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7AA8"/>
    <a:srgbClr val="D07B31"/>
    <a:srgbClr val="616B75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282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1341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5.png"/><Relationship Id="rId21" Type="http://schemas.openxmlformats.org/officeDocument/2006/relationships/image" Target="../media/image19.png"/><Relationship Id="rId42" Type="http://schemas.openxmlformats.org/officeDocument/2006/relationships/image" Target="../media/image40.png"/><Relationship Id="rId63" Type="http://schemas.openxmlformats.org/officeDocument/2006/relationships/image" Target="../media/image61.png"/><Relationship Id="rId84" Type="http://schemas.openxmlformats.org/officeDocument/2006/relationships/image" Target="../media/image82.png"/><Relationship Id="rId138" Type="http://schemas.openxmlformats.org/officeDocument/2006/relationships/image" Target="../media/image136.png"/><Relationship Id="rId159" Type="http://schemas.openxmlformats.org/officeDocument/2006/relationships/image" Target="../media/image157.png"/><Relationship Id="rId170" Type="http://schemas.openxmlformats.org/officeDocument/2006/relationships/image" Target="../media/image168.png"/><Relationship Id="rId191" Type="http://schemas.openxmlformats.org/officeDocument/2006/relationships/image" Target="../media/image189.png"/><Relationship Id="rId205" Type="http://schemas.openxmlformats.org/officeDocument/2006/relationships/image" Target="../media/image203.png"/><Relationship Id="rId107" Type="http://schemas.openxmlformats.org/officeDocument/2006/relationships/image" Target="../media/image105.png"/><Relationship Id="rId11" Type="http://schemas.openxmlformats.org/officeDocument/2006/relationships/image" Target="../media/image9.png"/><Relationship Id="rId32" Type="http://schemas.openxmlformats.org/officeDocument/2006/relationships/image" Target="../media/image30.png"/><Relationship Id="rId53" Type="http://schemas.openxmlformats.org/officeDocument/2006/relationships/image" Target="../media/image51.png"/><Relationship Id="rId74" Type="http://schemas.openxmlformats.org/officeDocument/2006/relationships/image" Target="../media/image72.png"/><Relationship Id="rId128" Type="http://schemas.openxmlformats.org/officeDocument/2006/relationships/image" Target="../media/image126.png"/><Relationship Id="rId149" Type="http://schemas.openxmlformats.org/officeDocument/2006/relationships/image" Target="../media/image147.png"/><Relationship Id="rId5" Type="http://schemas.openxmlformats.org/officeDocument/2006/relationships/image" Target="../media/image3.png"/><Relationship Id="rId95" Type="http://schemas.openxmlformats.org/officeDocument/2006/relationships/image" Target="../media/image93.png"/><Relationship Id="rId160" Type="http://schemas.openxmlformats.org/officeDocument/2006/relationships/image" Target="../media/image158.png"/><Relationship Id="rId181" Type="http://schemas.openxmlformats.org/officeDocument/2006/relationships/image" Target="../media/image179.png"/><Relationship Id="rId22" Type="http://schemas.openxmlformats.org/officeDocument/2006/relationships/image" Target="../media/image20.png"/><Relationship Id="rId43" Type="http://schemas.openxmlformats.org/officeDocument/2006/relationships/image" Target="../media/image41.png"/><Relationship Id="rId64" Type="http://schemas.openxmlformats.org/officeDocument/2006/relationships/image" Target="../media/image62.png"/><Relationship Id="rId118" Type="http://schemas.openxmlformats.org/officeDocument/2006/relationships/image" Target="../media/image116.png"/><Relationship Id="rId139" Type="http://schemas.openxmlformats.org/officeDocument/2006/relationships/image" Target="../media/image137.png"/><Relationship Id="rId85" Type="http://schemas.openxmlformats.org/officeDocument/2006/relationships/image" Target="../media/image83.png"/><Relationship Id="rId150" Type="http://schemas.openxmlformats.org/officeDocument/2006/relationships/image" Target="../media/image148.png"/><Relationship Id="rId171" Type="http://schemas.openxmlformats.org/officeDocument/2006/relationships/image" Target="../media/image169.png"/><Relationship Id="rId192" Type="http://schemas.openxmlformats.org/officeDocument/2006/relationships/image" Target="../media/image190.png"/><Relationship Id="rId206" Type="http://schemas.openxmlformats.org/officeDocument/2006/relationships/image" Target="../media/image204.png"/><Relationship Id="rId12" Type="http://schemas.openxmlformats.org/officeDocument/2006/relationships/image" Target="../media/image10.png"/><Relationship Id="rId33" Type="http://schemas.openxmlformats.org/officeDocument/2006/relationships/image" Target="../media/image31.png"/><Relationship Id="rId108" Type="http://schemas.openxmlformats.org/officeDocument/2006/relationships/image" Target="../media/image106.png"/><Relationship Id="rId129" Type="http://schemas.openxmlformats.org/officeDocument/2006/relationships/image" Target="../media/image127.png"/><Relationship Id="rId54" Type="http://schemas.openxmlformats.org/officeDocument/2006/relationships/image" Target="../media/image52.png"/><Relationship Id="rId75" Type="http://schemas.openxmlformats.org/officeDocument/2006/relationships/image" Target="../media/image73.png"/><Relationship Id="rId96" Type="http://schemas.openxmlformats.org/officeDocument/2006/relationships/image" Target="../media/image94.png"/><Relationship Id="rId140" Type="http://schemas.openxmlformats.org/officeDocument/2006/relationships/image" Target="../media/image138.png"/><Relationship Id="rId161" Type="http://schemas.openxmlformats.org/officeDocument/2006/relationships/image" Target="../media/image159.png"/><Relationship Id="rId182" Type="http://schemas.openxmlformats.org/officeDocument/2006/relationships/image" Target="../media/image180.png"/><Relationship Id="rId6" Type="http://schemas.openxmlformats.org/officeDocument/2006/relationships/image" Target="../media/image4.png"/><Relationship Id="rId23" Type="http://schemas.openxmlformats.org/officeDocument/2006/relationships/image" Target="../media/image21.png"/><Relationship Id="rId119" Type="http://schemas.openxmlformats.org/officeDocument/2006/relationships/image" Target="../media/image117.png"/><Relationship Id="rId44" Type="http://schemas.openxmlformats.org/officeDocument/2006/relationships/image" Target="../media/image42.png"/><Relationship Id="rId65" Type="http://schemas.openxmlformats.org/officeDocument/2006/relationships/image" Target="../media/image63.png"/><Relationship Id="rId86" Type="http://schemas.openxmlformats.org/officeDocument/2006/relationships/image" Target="../media/image84.png"/><Relationship Id="rId130" Type="http://schemas.openxmlformats.org/officeDocument/2006/relationships/image" Target="../media/image128.png"/><Relationship Id="rId151" Type="http://schemas.openxmlformats.org/officeDocument/2006/relationships/image" Target="../media/image149.png"/><Relationship Id="rId172" Type="http://schemas.openxmlformats.org/officeDocument/2006/relationships/image" Target="../media/image170.png"/><Relationship Id="rId193" Type="http://schemas.openxmlformats.org/officeDocument/2006/relationships/image" Target="../media/image191.png"/><Relationship Id="rId207" Type="http://schemas.openxmlformats.org/officeDocument/2006/relationships/image" Target="../media/image205.png"/><Relationship Id="rId13" Type="http://schemas.openxmlformats.org/officeDocument/2006/relationships/image" Target="../media/image11.png"/><Relationship Id="rId109" Type="http://schemas.openxmlformats.org/officeDocument/2006/relationships/image" Target="../media/image107.png"/><Relationship Id="rId34" Type="http://schemas.openxmlformats.org/officeDocument/2006/relationships/image" Target="../media/image32.png"/><Relationship Id="rId55" Type="http://schemas.openxmlformats.org/officeDocument/2006/relationships/image" Target="../media/image53.png"/><Relationship Id="rId76" Type="http://schemas.openxmlformats.org/officeDocument/2006/relationships/image" Target="../media/image74.png"/><Relationship Id="rId97" Type="http://schemas.openxmlformats.org/officeDocument/2006/relationships/image" Target="../media/image95.png"/><Relationship Id="rId120" Type="http://schemas.openxmlformats.org/officeDocument/2006/relationships/image" Target="../media/image118.png"/><Relationship Id="rId141" Type="http://schemas.openxmlformats.org/officeDocument/2006/relationships/image" Target="../media/image139.png"/><Relationship Id="rId7" Type="http://schemas.openxmlformats.org/officeDocument/2006/relationships/image" Target="../media/image5.png"/><Relationship Id="rId162" Type="http://schemas.openxmlformats.org/officeDocument/2006/relationships/image" Target="../media/image160.png"/><Relationship Id="rId183" Type="http://schemas.openxmlformats.org/officeDocument/2006/relationships/image" Target="../media/image181.png"/><Relationship Id="rId24" Type="http://schemas.openxmlformats.org/officeDocument/2006/relationships/image" Target="../media/image22.png"/><Relationship Id="rId45" Type="http://schemas.openxmlformats.org/officeDocument/2006/relationships/image" Target="../media/image43.png"/><Relationship Id="rId66" Type="http://schemas.openxmlformats.org/officeDocument/2006/relationships/image" Target="../media/image64.png"/><Relationship Id="rId87" Type="http://schemas.openxmlformats.org/officeDocument/2006/relationships/image" Target="../media/image85.png"/><Relationship Id="rId110" Type="http://schemas.openxmlformats.org/officeDocument/2006/relationships/image" Target="../media/image108.png"/><Relationship Id="rId131" Type="http://schemas.openxmlformats.org/officeDocument/2006/relationships/image" Target="../media/image129.png"/><Relationship Id="rId61" Type="http://schemas.openxmlformats.org/officeDocument/2006/relationships/image" Target="../media/image59.png"/><Relationship Id="rId82" Type="http://schemas.openxmlformats.org/officeDocument/2006/relationships/image" Target="../media/image80.png"/><Relationship Id="rId152" Type="http://schemas.openxmlformats.org/officeDocument/2006/relationships/image" Target="../media/image150.png"/><Relationship Id="rId173" Type="http://schemas.openxmlformats.org/officeDocument/2006/relationships/image" Target="../media/image171.png"/><Relationship Id="rId194" Type="http://schemas.openxmlformats.org/officeDocument/2006/relationships/image" Target="../media/image192.png"/><Relationship Id="rId199" Type="http://schemas.openxmlformats.org/officeDocument/2006/relationships/image" Target="../media/image197.png"/><Relationship Id="rId203" Type="http://schemas.openxmlformats.org/officeDocument/2006/relationships/image" Target="../media/image201.png"/><Relationship Id="rId208" Type="http://schemas.openxmlformats.org/officeDocument/2006/relationships/image" Target="../media/image206.png"/><Relationship Id="rId19" Type="http://schemas.openxmlformats.org/officeDocument/2006/relationships/image" Target="../media/image17.png"/><Relationship Id="rId14" Type="http://schemas.openxmlformats.org/officeDocument/2006/relationships/image" Target="../media/image12.pn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56" Type="http://schemas.openxmlformats.org/officeDocument/2006/relationships/image" Target="../media/image54.png"/><Relationship Id="rId77" Type="http://schemas.openxmlformats.org/officeDocument/2006/relationships/image" Target="../media/image75.png"/><Relationship Id="rId100" Type="http://schemas.openxmlformats.org/officeDocument/2006/relationships/image" Target="../media/image98.png"/><Relationship Id="rId105" Type="http://schemas.openxmlformats.org/officeDocument/2006/relationships/image" Target="../media/image103.png"/><Relationship Id="rId126" Type="http://schemas.openxmlformats.org/officeDocument/2006/relationships/image" Target="../media/image124.png"/><Relationship Id="rId147" Type="http://schemas.openxmlformats.org/officeDocument/2006/relationships/image" Target="../media/image145.png"/><Relationship Id="rId168" Type="http://schemas.openxmlformats.org/officeDocument/2006/relationships/image" Target="../media/image166.png"/><Relationship Id="rId8" Type="http://schemas.openxmlformats.org/officeDocument/2006/relationships/image" Target="../media/image6.png"/><Relationship Id="rId51" Type="http://schemas.openxmlformats.org/officeDocument/2006/relationships/image" Target="../media/image49.png"/><Relationship Id="rId72" Type="http://schemas.openxmlformats.org/officeDocument/2006/relationships/image" Target="../media/image70.png"/><Relationship Id="rId93" Type="http://schemas.openxmlformats.org/officeDocument/2006/relationships/image" Target="../media/image91.png"/><Relationship Id="rId98" Type="http://schemas.openxmlformats.org/officeDocument/2006/relationships/image" Target="../media/image96.png"/><Relationship Id="rId121" Type="http://schemas.openxmlformats.org/officeDocument/2006/relationships/image" Target="../media/image119.png"/><Relationship Id="rId142" Type="http://schemas.openxmlformats.org/officeDocument/2006/relationships/image" Target="../media/image140.png"/><Relationship Id="rId163" Type="http://schemas.openxmlformats.org/officeDocument/2006/relationships/image" Target="../media/image161.png"/><Relationship Id="rId184" Type="http://schemas.openxmlformats.org/officeDocument/2006/relationships/image" Target="../media/image182.png"/><Relationship Id="rId189" Type="http://schemas.openxmlformats.org/officeDocument/2006/relationships/image" Target="../media/image187.png"/><Relationship Id="rId3" Type="http://schemas.openxmlformats.org/officeDocument/2006/relationships/image" Target="../media/image1.png"/><Relationship Id="rId25" Type="http://schemas.openxmlformats.org/officeDocument/2006/relationships/image" Target="../media/image23.png"/><Relationship Id="rId46" Type="http://schemas.openxmlformats.org/officeDocument/2006/relationships/image" Target="../media/image44.png"/><Relationship Id="rId67" Type="http://schemas.openxmlformats.org/officeDocument/2006/relationships/image" Target="../media/image65.png"/><Relationship Id="rId116" Type="http://schemas.openxmlformats.org/officeDocument/2006/relationships/image" Target="../media/image114.png"/><Relationship Id="rId137" Type="http://schemas.openxmlformats.org/officeDocument/2006/relationships/image" Target="../media/image135.png"/><Relationship Id="rId158" Type="http://schemas.openxmlformats.org/officeDocument/2006/relationships/image" Target="../media/image156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Relationship Id="rId62" Type="http://schemas.openxmlformats.org/officeDocument/2006/relationships/image" Target="../media/image60.png"/><Relationship Id="rId83" Type="http://schemas.openxmlformats.org/officeDocument/2006/relationships/image" Target="../media/image81.png"/><Relationship Id="rId88" Type="http://schemas.openxmlformats.org/officeDocument/2006/relationships/image" Target="../media/image86.png"/><Relationship Id="rId111" Type="http://schemas.openxmlformats.org/officeDocument/2006/relationships/image" Target="../media/image109.png"/><Relationship Id="rId132" Type="http://schemas.openxmlformats.org/officeDocument/2006/relationships/image" Target="../media/image130.png"/><Relationship Id="rId153" Type="http://schemas.openxmlformats.org/officeDocument/2006/relationships/image" Target="../media/image151.png"/><Relationship Id="rId174" Type="http://schemas.openxmlformats.org/officeDocument/2006/relationships/image" Target="../media/image172.png"/><Relationship Id="rId179" Type="http://schemas.openxmlformats.org/officeDocument/2006/relationships/image" Target="../media/image177.png"/><Relationship Id="rId195" Type="http://schemas.openxmlformats.org/officeDocument/2006/relationships/image" Target="../media/image193.png"/><Relationship Id="rId209" Type="http://schemas.openxmlformats.org/officeDocument/2006/relationships/image" Target="../media/image207.png"/><Relationship Id="rId190" Type="http://schemas.openxmlformats.org/officeDocument/2006/relationships/image" Target="../media/image188.png"/><Relationship Id="rId204" Type="http://schemas.openxmlformats.org/officeDocument/2006/relationships/image" Target="../media/image202.png"/><Relationship Id="rId15" Type="http://schemas.openxmlformats.org/officeDocument/2006/relationships/image" Target="../media/image13.png"/><Relationship Id="rId36" Type="http://schemas.openxmlformats.org/officeDocument/2006/relationships/image" Target="../media/image34.png"/><Relationship Id="rId57" Type="http://schemas.openxmlformats.org/officeDocument/2006/relationships/image" Target="../media/image55.png"/><Relationship Id="rId106" Type="http://schemas.openxmlformats.org/officeDocument/2006/relationships/image" Target="../media/image104.png"/><Relationship Id="rId127" Type="http://schemas.openxmlformats.org/officeDocument/2006/relationships/image" Target="../media/image125.png"/><Relationship Id="rId10" Type="http://schemas.openxmlformats.org/officeDocument/2006/relationships/image" Target="../media/image8.png"/><Relationship Id="rId31" Type="http://schemas.openxmlformats.org/officeDocument/2006/relationships/image" Target="../media/image29.png"/><Relationship Id="rId52" Type="http://schemas.openxmlformats.org/officeDocument/2006/relationships/image" Target="../media/image50.png"/><Relationship Id="rId73" Type="http://schemas.openxmlformats.org/officeDocument/2006/relationships/image" Target="../media/image71.png"/><Relationship Id="rId78" Type="http://schemas.openxmlformats.org/officeDocument/2006/relationships/image" Target="../media/image76.png"/><Relationship Id="rId94" Type="http://schemas.openxmlformats.org/officeDocument/2006/relationships/image" Target="../media/image92.png"/><Relationship Id="rId99" Type="http://schemas.openxmlformats.org/officeDocument/2006/relationships/image" Target="../media/image97.png"/><Relationship Id="rId101" Type="http://schemas.openxmlformats.org/officeDocument/2006/relationships/image" Target="../media/image99.png"/><Relationship Id="rId122" Type="http://schemas.openxmlformats.org/officeDocument/2006/relationships/image" Target="../media/image120.png"/><Relationship Id="rId143" Type="http://schemas.openxmlformats.org/officeDocument/2006/relationships/image" Target="../media/image141.png"/><Relationship Id="rId148" Type="http://schemas.openxmlformats.org/officeDocument/2006/relationships/image" Target="../media/image146.png"/><Relationship Id="rId164" Type="http://schemas.openxmlformats.org/officeDocument/2006/relationships/image" Target="../media/image162.png"/><Relationship Id="rId169" Type="http://schemas.openxmlformats.org/officeDocument/2006/relationships/image" Target="../media/image167.png"/><Relationship Id="rId185" Type="http://schemas.openxmlformats.org/officeDocument/2006/relationships/image" Target="../media/image183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80" Type="http://schemas.openxmlformats.org/officeDocument/2006/relationships/image" Target="../media/image178.png"/><Relationship Id="rId210" Type="http://schemas.openxmlformats.org/officeDocument/2006/relationships/image" Target="../media/image208.png"/><Relationship Id="rId26" Type="http://schemas.openxmlformats.org/officeDocument/2006/relationships/image" Target="../media/image24.png"/><Relationship Id="rId47" Type="http://schemas.openxmlformats.org/officeDocument/2006/relationships/image" Target="../media/image45.png"/><Relationship Id="rId68" Type="http://schemas.openxmlformats.org/officeDocument/2006/relationships/image" Target="../media/image66.png"/><Relationship Id="rId89" Type="http://schemas.openxmlformats.org/officeDocument/2006/relationships/image" Target="../media/image87.png"/><Relationship Id="rId112" Type="http://schemas.openxmlformats.org/officeDocument/2006/relationships/image" Target="../media/image110.png"/><Relationship Id="rId133" Type="http://schemas.openxmlformats.org/officeDocument/2006/relationships/image" Target="../media/image131.png"/><Relationship Id="rId154" Type="http://schemas.openxmlformats.org/officeDocument/2006/relationships/image" Target="../media/image152.png"/><Relationship Id="rId175" Type="http://schemas.openxmlformats.org/officeDocument/2006/relationships/image" Target="../media/image173.png"/><Relationship Id="rId196" Type="http://schemas.openxmlformats.org/officeDocument/2006/relationships/image" Target="../media/image194.png"/><Relationship Id="rId200" Type="http://schemas.openxmlformats.org/officeDocument/2006/relationships/image" Target="../media/image198.png"/><Relationship Id="rId16" Type="http://schemas.openxmlformats.org/officeDocument/2006/relationships/image" Target="../media/image14.png"/><Relationship Id="rId37" Type="http://schemas.openxmlformats.org/officeDocument/2006/relationships/image" Target="../media/image35.png"/><Relationship Id="rId58" Type="http://schemas.openxmlformats.org/officeDocument/2006/relationships/image" Target="../media/image56.png"/><Relationship Id="rId79" Type="http://schemas.openxmlformats.org/officeDocument/2006/relationships/image" Target="../media/image77.png"/><Relationship Id="rId102" Type="http://schemas.openxmlformats.org/officeDocument/2006/relationships/image" Target="../media/image100.png"/><Relationship Id="rId123" Type="http://schemas.openxmlformats.org/officeDocument/2006/relationships/image" Target="../media/image121.png"/><Relationship Id="rId144" Type="http://schemas.openxmlformats.org/officeDocument/2006/relationships/image" Target="../media/image142.png"/><Relationship Id="rId90" Type="http://schemas.openxmlformats.org/officeDocument/2006/relationships/image" Target="../media/image88.png"/><Relationship Id="rId165" Type="http://schemas.openxmlformats.org/officeDocument/2006/relationships/image" Target="../media/image163.png"/><Relationship Id="rId186" Type="http://schemas.openxmlformats.org/officeDocument/2006/relationships/image" Target="../media/image184.png"/><Relationship Id="rId211" Type="http://schemas.openxmlformats.org/officeDocument/2006/relationships/image" Target="../media/image209.png"/><Relationship Id="rId27" Type="http://schemas.openxmlformats.org/officeDocument/2006/relationships/image" Target="../media/image25.png"/><Relationship Id="rId48" Type="http://schemas.openxmlformats.org/officeDocument/2006/relationships/image" Target="../media/image46.png"/><Relationship Id="rId69" Type="http://schemas.openxmlformats.org/officeDocument/2006/relationships/image" Target="../media/image67.png"/><Relationship Id="rId113" Type="http://schemas.openxmlformats.org/officeDocument/2006/relationships/image" Target="../media/image111.png"/><Relationship Id="rId134" Type="http://schemas.openxmlformats.org/officeDocument/2006/relationships/image" Target="../media/image132.png"/><Relationship Id="rId80" Type="http://schemas.openxmlformats.org/officeDocument/2006/relationships/image" Target="../media/image78.png"/><Relationship Id="rId155" Type="http://schemas.openxmlformats.org/officeDocument/2006/relationships/image" Target="../media/image153.png"/><Relationship Id="rId176" Type="http://schemas.openxmlformats.org/officeDocument/2006/relationships/image" Target="../media/image174.png"/><Relationship Id="rId197" Type="http://schemas.openxmlformats.org/officeDocument/2006/relationships/image" Target="../media/image195.png"/><Relationship Id="rId201" Type="http://schemas.openxmlformats.org/officeDocument/2006/relationships/image" Target="../media/image199.png"/><Relationship Id="rId17" Type="http://schemas.openxmlformats.org/officeDocument/2006/relationships/image" Target="../media/image15.png"/><Relationship Id="rId38" Type="http://schemas.openxmlformats.org/officeDocument/2006/relationships/image" Target="../media/image36.png"/><Relationship Id="rId59" Type="http://schemas.openxmlformats.org/officeDocument/2006/relationships/image" Target="../media/image57.png"/><Relationship Id="rId103" Type="http://schemas.openxmlformats.org/officeDocument/2006/relationships/image" Target="../media/image101.png"/><Relationship Id="rId124" Type="http://schemas.openxmlformats.org/officeDocument/2006/relationships/image" Target="../media/image122.png"/><Relationship Id="rId70" Type="http://schemas.openxmlformats.org/officeDocument/2006/relationships/image" Target="../media/image68.png"/><Relationship Id="rId91" Type="http://schemas.openxmlformats.org/officeDocument/2006/relationships/image" Target="../media/image89.png"/><Relationship Id="rId145" Type="http://schemas.openxmlformats.org/officeDocument/2006/relationships/image" Target="../media/image143.png"/><Relationship Id="rId166" Type="http://schemas.openxmlformats.org/officeDocument/2006/relationships/image" Target="../media/image164.png"/><Relationship Id="rId187" Type="http://schemas.openxmlformats.org/officeDocument/2006/relationships/image" Target="../media/image185.png"/><Relationship Id="rId1" Type="http://schemas.openxmlformats.org/officeDocument/2006/relationships/slideLayout" Target="../slideLayouts/slideLayout1.xml"/><Relationship Id="rId212" Type="http://schemas.openxmlformats.org/officeDocument/2006/relationships/image" Target="../media/image210.png"/><Relationship Id="rId28" Type="http://schemas.openxmlformats.org/officeDocument/2006/relationships/image" Target="../media/image26.png"/><Relationship Id="rId49" Type="http://schemas.openxmlformats.org/officeDocument/2006/relationships/image" Target="../media/image47.png"/><Relationship Id="rId114" Type="http://schemas.openxmlformats.org/officeDocument/2006/relationships/image" Target="../media/image112.png"/><Relationship Id="rId60" Type="http://schemas.openxmlformats.org/officeDocument/2006/relationships/image" Target="../media/image58.png"/><Relationship Id="rId81" Type="http://schemas.openxmlformats.org/officeDocument/2006/relationships/image" Target="../media/image79.png"/><Relationship Id="rId135" Type="http://schemas.openxmlformats.org/officeDocument/2006/relationships/image" Target="../media/image133.png"/><Relationship Id="rId156" Type="http://schemas.openxmlformats.org/officeDocument/2006/relationships/image" Target="../media/image154.png"/><Relationship Id="rId177" Type="http://schemas.openxmlformats.org/officeDocument/2006/relationships/image" Target="../media/image175.png"/><Relationship Id="rId198" Type="http://schemas.openxmlformats.org/officeDocument/2006/relationships/image" Target="../media/image196.png"/><Relationship Id="rId202" Type="http://schemas.openxmlformats.org/officeDocument/2006/relationships/image" Target="../media/image200.png"/><Relationship Id="rId18" Type="http://schemas.openxmlformats.org/officeDocument/2006/relationships/image" Target="../media/image16.png"/><Relationship Id="rId39" Type="http://schemas.openxmlformats.org/officeDocument/2006/relationships/image" Target="../media/image37.png"/><Relationship Id="rId50" Type="http://schemas.openxmlformats.org/officeDocument/2006/relationships/image" Target="../media/image48.png"/><Relationship Id="rId104" Type="http://schemas.openxmlformats.org/officeDocument/2006/relationships/image" Target="../media/image102.png"/><Relationship Id="rId125" Type="http://schemas.openxmlformats.org/officeDocument/2006/relationships/image" Target="../media/image123.png"/><Relationship Id="rId146" Type="http://schemas.openxmlformats.org/officeDocument/2006/relationships/image" Target="../media/image144.png"/><Relationship Id="rId167" Type="http://schemas.openxmlformats.org/officeDocument/2006/relationships/image" Target="../media/image165.png"/><Relationship Id="rId188" Type="http://schemas.openxmlformats.org/officeDocument/2006/relationships/image" Target="../media/image186.png"/><Relationship Id="rId71" Type="http://schemas.openxmlformats.org/officeDocument/2006/relationships/image" Target="../media/image69.png"/><Relationship Id="rId92" Type="http://schemas.openxmlformats.org/officeDocument/2006/relationships/image" Target="../media/image90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7.png"/><Relationship Id="rId40" Type="http://schemas.openxmlformats.org/officeDocument/2006/relationships/image" Target="../media/image38.png"/><Relationship Id="rId115" Type="http://schemas.openxmlformats.org/officeDocument/2006/relationships/image" Target="../media/image113.png"/><Relationship Id="rId136" Type="http://schemas.openxmlformats.org/officeDocument/2006/relationships/image" Target="../media/image134.png"/><Relationship Id="rId157" Type="http://schemas.openxmlformats.org/officeDocument/2006/relationships/image" Target="../media/image155.png"/><Relationship Id="rId178" Type="http://schemas.openxmlformats.org/officeDocument/2006/relationships/image" Target="../media/image1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1" name="连接符: 肘形 560">
            <a:extLst>
              <a:ext uri="{FF2B5EF4-FFF2-40B4-BE49-F238E27FC236}">
                <a16:creationId xmlns:a16="http://schemas.microsoft.com/office/drawing/2014/main" id="{38217575-3AF4-3F6F-30F8-603489B1547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749290" y="530352"/>
            <a:ext cx="1084021" cy="945034"/>
          </a:xfrm>
          <a:prstGeom prst="bentConnector3">
            <a:avLst>
              <a:gd name="adj1" fmla="val 97331"/>
            </a:avLst>
          </a:prstGeom>
          <a:ln w="28575">
            <a:solidFill>
              <a:srgbClr val="307AA8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连接符: 肘形 548">
            <a:extLst>
              <a:ext uri="{FF2B5EF4-FFF2-40B4-BE49-F238E27FC236}">
                <a16:creationId xmlns:a16="http://schemas.microsoft.com/office/drawing/2014/main" id="{28FA3291-19D5-9D93-FFC0-B8F802A3A661}"/>
              </a:ext>
            </a:extLst>
          </p:cNvPr>
          <p:cNvCxnSpPr>
            <a:cxnSpLocks/>
          </p:cNvCxnSpPr>
          <p:nvPr/>
        </p:nvCxnSpPr>
        <p:spPr>
          <a:xfrm rot="10800000">
            <a:off x="6185004" y="3723437"/>
            <a:ext cx="980234" cy="623620"/>
          </a:xfrm>
          <a:prstGeom prst="bentConnector3">
            <a:avLst>
              <a:gd name="adj1" fmla="val 99071"/>
            </a:avLst>
          </a:prstGeom>
          <a:ln w="28575">
            <a:solidFill>
              <a:srgbClr val="D07B31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6773" y="2748686"/>
            <a:ext cx="71323" cy="35662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9144" y="2746858"/>
            <a:ext cx="71323" cy="35662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572" y="2751430"/>
            <a:ext cx="62179" cy="2651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31345" y="2753258"/>
            <a:ext cx="62179" cy="2651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354" y="460858"/>
            <a:ext cx="17374" cy="14173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94553" y="1538021"/>
            <a:ext cx="292608" cy="1737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68719" y="1637690"/>
            <a:ext cx="43891" cy="1737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4002" y="3693262"/>
            <a:ext cx="17374" cy="4389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87814" y="3946550"/>
            <a:ext cx="213055" cy="35662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81083" y="3696005"/>
            <a:ext cx="26518" cy="4389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44614" y="1534363"/>
            <a:ext cx="17374" cy="88697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75858" y="1536192"/>
            <a:ext cx="26518" cy="17374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43700" y="3691433"/>
            <a:ext cx="26518" cy="53035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92901" y="3738067"/>
            <a:ext cx="43891" cy="17374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035040" y="3738982"/>
            <a:ext cx="43891" cy="17374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867705" y="3738067"/>
            <a:ext cx="35662" cy="17374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84418" y="5393131"/>
            <a:ext cx="53035" cy="43891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151522" y="4140403"/>
            <a:ext cx="17374" cy="43891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556748" y="1709014"/>
            <a:ext cx="62179" cy="124358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739896" y="2001622"/>
            <a:ext cx="434340" cy="372161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729838" y="2314346"/>
            <a:ext cx="345643" cy="10607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058107" y="2075688"/>
            <a:ext cx="194767" cy="309982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146036" y="3173882"/>
            <a:ext cx="26518" cy="26518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684471" y="3590849"/>
            <a:ext cx="62179" cy="203911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391863" y="3519526"/>
            <a:ext cx="230429" cy="292608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4289450" y="3512210"/>
            <a:ext cx="124358" cy="460858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391863" y="3773729"/>
            <a:ext cx="221285" cy="177394"/>
          </a:xfrm>
          <a:prstGeom prst="rect">
            <a:avLst/>
          </a:prstGeom>
        </p:spPr>
      </p:pic>
      <p:pic>
        <p:nvPicPr>
          <p:cNvPr id="31" name="Image 29" descr="preencoded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778301" y="3989527"/>
            <a:ext cx="912571" cy="53035"/>
          </a:xfrm>
          <a:prstGeom prst="rect">
            <a:avLst/>
          </a:prstGeom>
        </p:spPr>
      </p:pic>
      <p:pic>
        <p:nvPicPr>
          <p:cNvPr id="32" name="Image 30" descr="preencoded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791102" y="3838651"/>
            <a:ext cx="213055" cy="168250"/>
          </a:xfrm>
          <a:prstGeom prst="rect">
            <a:avLst/>
          </a:prstGeom>
        </p:spPr>
      </p:pic>
      <p:pic>
        <p:nvPicPr>
          <p:cNvPr id="33" name="Image 31" descr="preencoded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3982212" y="3577133"/>
            <a:ext cx="97841" cy="363017"/>
          </a:xfrm>
          <a:prstGeom prst="rect">
            <a:avLst/>
          </a:prstGeom>
        </p:spPr>
      </p:pic>
      <p:pic>
        <p:nvPicPr>
          <p:cNvPr id="34" name="Image 32" descr="preencoded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4010558" y="3571646"/>
            <a:ext cx="26518" cy="43891"/>
          </a:xfrm>
          <a:prstGeom prst="rect">
            <a:avLst/>
          </a:prstGeom>
        </p:spPr>
      </p:pic>
      <p:pic>
        <p:nvPicPr>
          <p:cNvPr id="35" name="Image 33" descr="preencoded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391863" y="3647542"/>
            <a:ext cx="17374" cy="203911"/>
          </a:xfrm>
          <a:prstGeom prst="rect">
            <a:avLst/>
          </a:prstGeom>
        </p:spPr>
      </p:pic>
      <p:pic>
        <p:nvPicPr>
          <p:cNvPr id="36" name="Image 34" descr="preencoded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008730" y="3594506"/>
            <a:ext cx="26518" cy="274320"/>
          </a:xfrm>
          <a:prstGeom prst="rect">
            <a:avLst/>
          </a:prstGeom>
        </p:spPr>
      </p:pic>
      <p:pic>
        <p:nvPicPr>
          <p:cNvPr id="37" name="Image 35" descr="preencoded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387291" y="3691433"/>
            <a:ext cx="17374" cy="203911"/>
          </a:xfrm>
          <a:prstGeom prst="rect">
            <a:avLst/>
          </a:prstGeom>
        </p:spPr>
      </p:pic>
      <p:pic>
        <p:nvPicPr>
          <p:cNvPr id="38" name="Image 36" descr="preencoded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3757270" y="3557930"/>
            <a:ext cx="274320" cy="451714"/>
          </a:xfrm>
          <a:prstGeom prst="rect">
            <a:avLst/>
          </a:prstGeom>
        </p:spPr>
      </p:pic>
      <p:pic>
        <p:nvPicPr>
          <p:cNvPr id="39" name="Image 37" descr="preencoded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3572561" y="3991356"/>
            <a:ext cx="266090" cy="43891"/>
          </a:xfrm>
          <a:prstGeom prst="rect">
            <a:avLst/>
          </a:prstGeom>
        </p:spPr>
      </p:pic>
      <p:pic>
        <p:nvPicPr>
          <p:cNvPr id="40" name="Image 38" descr="preencoded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3745382" y="5319065"/>
            <a:ext cx="691286" cy="88697"/>
          </a:xfrm>
          <a:prstGeom prst="rect">
            <a:avLst/>
          </a:prstGeom>
        </p:spPr>
      </p:pic>
      <p:pic>
        <p:nvPicPr>
          <p:cNvPr id="41" name="Image 39" descr="preencoded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283964" y="5774436"/>
            <a:ext cx="159106" cy="26518"/>
          </a:xfrm>
          <a:prstGeom prst="rect">
            <a:avLst/>
          </a:prstGeom>
        </p:spPr>
      </p:pic>
      <p:pic>
        <p:nvPicPr>
          <p:cNvPr id="42" name="Image 40" descr="preencoded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683203" y="5987491"/>
            <a:ext cx="79553" cy="53035"/>
          </a:xfrm>
          <a:prstGeom prst="rect">
            <a:avLst/>
          </a:prstGeom>
        </p:spPr>
      </p:pic>
      <p:pic>
        <p:nvPicPr>
          <p:cNvPr id="43" name="Image 41" descr="preencoded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3711550" y="5386730"/>
            <a:ext cx="53035" cy="619963"/>
          </a:xfrm>
          <a:prstGeom prst="rect">
            <a:avLst/>
          </a:prstGeom>
        </p:spPr>
      </p:pic>
      <p:pic>
        <p:nvPicPr>
          <p:cNvPr id="44" name="Image 42" descr="preencoded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819449" y="5460797"/>
            <a:ext cx="266090" cy="62179"/>
          </a:xfrm>
          <a:prstGeom prst="rect">
            <a:avLst/>
          </a:prstGeom>
        </p:spPr>
      </p:pic>
      <p:pic>
        <p:nvPicPr>
          <p:cNvPr id="45" name="Image 43" descr="preencoded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027018" y="5594299"/>
            <a:ext cx="150876" cy="26518"/>
          </a:xfrm>
          <a:prstGeom prst="rect">
            <a:avLst/>
          </a:prstGeom>
        </p:spPr>
      </p:pic>
      <p:pic>
        <p:nvPicPr>
          <p:cNvPr id="46" name="Image 44" descr="preencoded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753612" y="5371186"/>
            <a:ext cx="682142" cy="876910"/>
          </a:xfrm>
          <a:prstGeom prst="rect">
            <a:avLst/>
          </a:prstGeom>
        </p:spPr>
      </p:pic>
      <p:pic>
        <p:nvPicPr>
          <p:cNvPr id="47" name="Image 45" descr="preencoded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3625596" y="5424221"/>
            <a:ext cx="141732" cy="619963"/>
          </a:xfrm>
          <a:prstGeom prst="rect">
            <a:avLst/>
          </a:prstGeom>
        </p:spPr>
      </p:pic>
      <p:pic>
        <p:nvPicPr>
          <p:cNvPr id="48" name="Image 46" descr="preencoded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4139489" y="5594299"/>
            <a:ext cx="43891" cy="26518"/>
          </a:xfrm>
          <a:prstGeom prst="rect">
            <a:avLst/>
          </a:prstGeom>
        </p:spPr>
      </p:pic>
      <p:pic>
        <p:nvPicPr>
          <p:cNvPr id="49" name="Image 47" descr="preencoded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329684" y="5744261"/>
            <a:ext cx="53035" cy="17374"/>
          </a:xfrm>
          <a:prstGeom prst="rect">
            <a:avLst/>
          </a:prstGeom>
        </p:spPr>
      </p:pic>
      <p:pic>
        <p:nvPicPr>
          <p:cNvPr id="50" name="Image 48" descr="preencoded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4411980" y="5421478"/>
            <a:ext cx="17374" cy="336499"/>
          </a:xfrm>
          <a:prstGeom prst="rect">
            <a:avLst/>
          </a:prstGeom>
        </p:spPr>
      </p:pic>
      <p:pic>
        <p:nvPicPr>
          <p:cNvPr id="51" name="Image 49" descr="preencoded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4143146" y="5549494"/>
            <a:ext cx="283464" cy="213055"/>
          </a:xfrm>
          <a:prstGeom prst="rect">
            <a:avLst/>
          </a:prstGeom>
        </p:spPr>
      </p:pic>
      <p:pic>
        <p:nvPicPr>
          <p:cNvPr id="52" name="Image 50" descr="preencoded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871570" y="5504688"/>
            <a:ext cx="239573" cy="35662"/>
          </a:xfrm>
          <a:prstGeom prst="rect">
            <a:avLst/>
          </a:prstGeom>
        </p:spPr>
      </p:pic>
      <p:pic>
        <p:nvPicPr>
          <p:cNvPr id="53" name="Image 51" descr="preencoded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4249217" y="5421478"/>
            <a:ext cx="150876" cy="115214"/>
          </a:xfrm>
          <a:prstGeom prst="rect">
            <a:avLst/>
          </a:prstGeom>
        </p:spPr>
      </p:pic>
      <p:pic>
        <p:nvPicPr>
          <p:cNvPr id="54" name="Image 52" descr="preencoded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412894" y="5736031"/>
            <a:ext cx="26518" cy="26518"/>
          </a:xfrm>
          <a:prstGeom prst="rect">
            <a:avLst/>
          </a:prstGeom>
        </p:spPr>
      </p:pic>
      <p:pic>
        <p:nvPicPr>
          <p:cNvPr id="55" name="Image 53" descr="preencoded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379830" y="5542178"/>
            <a:ext cx="2188159" cy="753466"/>
          </a:xfrm>
          <a:prstGeom prst="rect">
            <a:avLst/>
          </a:prstGeom>
        </p:spPr>
      </p:pic>
      <p:pic>
        <p:nvPicPr>
          <p:cNvPr id="56" name="Image 54" descr="preencoded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1442923" y="6266383"/>
            <a:ext cx="1842516" cy="26518"/>
          </a:xfrm>
          <a:prstGeom prst="rect">
            <a:avLst/>
          </a:prstGeom>
        </p:spPr>
      </p:pic>
      <p:pic>
        <p:nvPicPr>
          <p:cNvPr id="57" name="Image 55" descr="preencoded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1855318" y="6272784"/>
            <a:ext cx="43891" cy="26518"/>
          </a:xfrm>
          <a:prstGeom prst="rect">
            <a:avLst/>
          </a:prstGeom>
        </p:spPr>
      </p:pic>
      <p:pic>
        <p:nvPicPr>
          <p:cNvPr id="58" name="Image 56" descr="preencoded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3271723" y="6272784"/>
            <a:ext cx="35662" cy="26518"/>
          </a:xfrm>
          <a:prstGeom prst="rect">
            <a:avLst/>
          </a:prstGeom>
        </p:spPr>
      </p:pic>
      <p:pic>
        <p:nvPicPr>
          <p:cNvPr id="59" name="Image 57" descr="preencoded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682996" y="5905195"/>
            <a:ext cx="788213" cy="300838"/>
          </a:xfrm>
          <a:prstGeom prst="rect">
            <a:avLst/>
          </a:prstGeom>
        </p:spPr>
      </p:pic>
      <p:pic>
        <p:nvPicPr>
          <p:cNvPr id="60" name="Image 58" descr="preencoded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5657393" y="5897880"/>
            <a:ext cx="53035" cy="345643"/>
          </a:xfrm>
          <a:prstGeom prst="rect">
            <a:avLst/>
          </a:prstGeom>
        </p:spPr>
      </p:pic>
      <p:pic>
        <p:nvPicPr>
          <p:cNvPr id="61" name="Image 59" descr="preencoded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5691226" y="6135624"/>
            <a:ext cx="761695" cy="106070"/>
          </a:xfrm>
          <a:prstGeom prst="rect">
            <a:avLst/>
          </a:prstGeom>
        </p:spPr>
      </p:pic>
      <p:pic>
        <p:nvPicPr>
          <p:cNvPr id="65" name="Image 63" descr="preencoded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6708854" y="275234"/>
            <a:ext cx="3304642" cy="619963"/>
          </a:xfrm>
          <a:prstGeom prst="rect">
            <a:avLst/>
          </a:prstGeom>
        </p:spPr>
      </p:pic>
      <p:pic>
        <p:nvPicPr>
          <p:cNvPr id="66" name="Image 64" descr="preencoded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1519733" y="408737"/>
            <a:ext cx="1080821" cy="868680"/>
          </a:xfrm>
          <a:prstGeom prst="rect">
            <a:avLst/>
          </a:prstGeom>
        </p:spPr>
      </p:pic>
      <p:pic>
        <p:nvPicPr>
          <p:cNvPr id="68" name="Image 66" descr="preencoded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2617013" y="1004926"/>
            <a:ext cx="806501" cy="540410"/>
          </a:xfrm>
          <a:prstGeom prst="rect">
            <a:avLst/>
          </a:prstGeom>
        </p:spPr>
      </p:pic>
      <p:pic>
        <p:nvPicPr>
          <p:cNvPr id="69" name="Image 67" descr="preencoded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0561320" y="1249985"/>
            <a:ext cx="1010412" cy="576072"/>
          </a:xfrm>
          <a:prstGeom prst="rect">
            <a:avLst/>
          </a:prstGeom>
        </p:spPr>
      </p:pic>
      <p:pic>
        <p:nvPicPr>
          <p:cNvPr id="70" name="Image 68" descr="preencoded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6749186" y="1454810"/>
            <a:ext cx="3668573" cy="2525573"/>
          </a:xfrm>
          <a:prstGeom prst="rect">
            <a:avLst/>
          </a:prstGeom>
        </p:spPr>
      </p:pic>
      <p:pic>
        <p:nvPicPr>
          <p:cNvPr id="71" name="Image 69" descr="preencoded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3339389" y="1504188"/>
            <a:ext cx="2011680" cy="478231"/>
          </a:xfrm>
          <a:prstGeom prst="rect">
            <a:avLst/>
          </a:prstGeom>
        </p:spPr>
      </p:pic>
      <p:pic>
        <p:nvPicPr>
          <p:cNvPr id="72" name="Image 70" descr="preencoded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5352898" y="1484071"/>
            <a:ext cx="1409090" cy="168250"/>
          </a:xfrm>
          <a:prstGeom prst="rect">
            <a:avLst/>
          </a:prstGeom>
        </p:spPr>
      </p:pic>
      <p:pic>
        <p:nvPicPr>
          <p:cNvPr id="73" name="Image 71" descr="preencoded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2285086" y="1598371"/>
            <a:ext cx="1143000" cy="549554"/>
          </a:xfrm>
          <a:prstGeom prst="rect">
            <a:avLst/>
          </a:prstGeom>
        </p:spPr>
      </p:pic>
      <p:pic>
        <p:nvPicPr>
          <p:cNvPr id="74" name="Image 72" descr="preencoded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5982919" y="1641348"/>
            <a:ext cx="726948" cy="1825142"/>
          </a:xfrm>
          <a:prstGeom prst="rect">
            <a:avLst/>
          </a:prstGeom>
        </p:spPr>
      </p:pic>
      <p:pic>
        <p:nvPicPr>
          <p:cNvPr id="75" name="Image 73" descr="preencoded.pn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4469587" y="1651406"/>
            <a:ext cx="1027786" cy="1515161"/>
          </a:xfrm>
          <a:prstGeom prst="rect">
            <a:avLst/>
          </a:prstGeom>
        </p:spPr>
      </p:pic>
      <p:pic>
        <p:nvPicPr>
          <p:cNvPr id="76" name="Image 74" descr="preencoded.pn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0549433" y="1713586"/>
            <a:ext cx="62179" cy="115214"/>
          </a:xfrm>
          <a:prstGeom prst="rect">
            <a:avLst/>
          </a:prstGeom>
        </p:spPr>
      </p:pic>
      <p:pic>
        <p:nvPicPr>
          <p:cNvPr id="77" name="Image 75" descr="preencoded.pn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1570025" y="1783994"/>
            <a:ext cx="62179" cy="71323"/>
          </a:xfrm>
          <a:prstGeom prst="rect">
            <a:avLst/>
          </a:prstGeom>
        </p:spPr>
      </p:pic>
      <p:pic>
        <p:nvPicPr>
          <p:cNvPr id="78" name="Image 76" descr="preencoded.pn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1468526" y="1837944"/>
            <a:ext cx="79553" cy="71323"/>
          </a:xfrm>
          <a:prstGeom prst="rect">
            <a:avLst/>
          </a:prstGeom>
        </p:spPr>
      </p:pic>
      <p:pic>
        <p:nvPicPr>
          <p:cNvPr id="79" name="Image 77" descr="preencoded.pn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1665122" y="1835201"/>
            <a:ext cx="71323" cy="79553"/>
          </a:xfrm>
          <a:prstGeom prst="rect">
            <a:avLst/>
          </a:prstGeom>
        </p:spPr>
      </p:pic>
      <p:pic>
        <p:nvPicPr>
          <p:cNvPr id="80" name="Image 78" descr="preencoded.pn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2296058" y="1847088"/>
            <a:ext cx="71323" cy="71323"/>
          </a:xfrm>
          <a:prstGeom prst="rect">
            <a:avLst/>
          </a:prstGeom>
        </p:spPr>
      </p:pic>
      <p:pic>
        <p:nvPicPr>
          <p:cNvPr id="81" name="Image 79" descr="preencoded.pn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1495044" y="1866290"/>
            <a:ext cx="221285" cy="213055"/>
          </a:xfrm>
          <a:prstGeom prst="rect">
            <a:avLst/>
          </a:prstGeom>
        </p:spPr>
      </p:pic>
      <p:pic>
        <p:nvPicPr>
          <p:cNvPr id="82" name="Image 80" descr="preencoded.pn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2098548" y="1880921"/>
            <a:ext cx="487375" cy="177394"/>
          </a:xfrm>
          <a:prstGeom prst="rect">
            <a:avLst/>
          </a:prstGeom>
        </p:spPr>
      </p:pic>
      <p:pic>
        <p:nvPicPr>
          <p:cNvPr id="83" name="Image 81" descr="preencoded.pn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1415491" y="1940357"/>
            <a:ext cx="71323" cy="62179"/>
          </a:xfrm>
          <a:prstGeom prst="rect">
            <a:avLst/>
          </a:prstGeom>
        </p:spPr>
      </p:pic>
      <p:pic>
        <p:nvPicPr>
          <p:cNvPr id="84" name="Image 82" descr="preencoded.pn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1717243" y="1942186"/>
            <a:ext cx="79553" cy="62179"/>
          </a:xfrm>
          <a:prstGeom prst="rect">
            <a:avLst/>
          </a:prstGeom>
        </p:spPr>
      </p:pic>
      <p:pic>
        <p:nvPicPr>
          <p:cNvPr id="85" name="Image 83" descr="preencoded.pn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3599993" y="1990649"/>
            <a:ext cx="1107338" cy="442570"/>
          </a:xfrm>
          <a:prstGeom prst="rect">
            <a:avLst/>
          </a:prstGeom>
        </p:spPr>
      </p:pic>
      <p:pic>
        <p:nvPicPr>
          <p:cNvPr id="86" name="Image 84" descr="preencoded.pn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1463954" y="2012594"/>
            <a:ext cx="655625" cy="460858"/>
          </a:xfrm>
          <a:prstGeom prst="rect">
            <a:avLst/>
          </a:prstGeom>
        </p:spPr>
      </p:pic>
      <p:pic>
        <p:nvPicPr>
          <p:cNvPr id="87" name="Image 85" descr="preencoded.pn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4061765" y="2041855"/>
            <a:ext cx="185623" cy="336499"/>
          </a:xfrm>
          <a:prstGeom prst="rect">
            <a:avLst/>
          </a:prstGeom>
        </p:spPr>
      </p:pic>
      <p:pic>
        <p:nvPicPr>
          <p:cNvPr id="88" name="Image 86" descr="preencoded.pn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4084625" y="2687422"/>
            <a:ext cx="150876" cy="664769"/>
          </a:xfrm>
          <a:prstGeom prst="rect">
            <a:avLst/>
          </a:prstGeom>
        </p:spPr>
      </p:pic>
      <p:sp>
        <p:nvSpPr>
          <p:cNvPr id="89" name="Shape 0"/>
          <p:cNvSpPr/>
          <p:nvPr/>
        </p:nvSpPr>
        <p:spPr>
          <a:xfrm rot="-18000">
            <a:off x="96926" y="2752344"/>
            <a:ext cx="66751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90" name="Shape 1"/>
          <p:cNvSpPr/>
          <p:nvPr/>
        </p:nvSpPr>
        <p:spPr>
          <a:xfrm rot="-96000">
            <a:off x="2104034" y="2752344"/>
            <a:ext cx="65837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91" name="Shape 2"/>
          <p:cNvSpPr/>
          <p:nvPr/>
        </p:nvSpPr>
        <p:spPr>
          <a:xfrm rot="-24000">
            <a:off x="2208276" y="2752344"/>
            <a:ext cx="66751" cy="24689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92" name="Shape 3"/>
          <p:cNvSpPr/>
          <p:nvPr/>
        </p:nvSpPr>
        <p:spPr>
          <a:xfrm rot="-24000">
            <a:off x="2628900" y="2752344"/>
            <a:ext cx="69494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93" name="Shape 4"/>
          <p:cNvSpPr/>
          <p:nvPr/>
        </p:nvSpPr>
        <p:spPr>
          <a:xfrm rot="18000">
            <a:off x="2736799" y="2752344"/>
            <a:ext cx="67666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94" name="Shape 5"/>
          <p:cNvSpPr/>
          <p:nvPr/>
        </p:nvSpPr>
        <p:spPr>
          <a:xfrm rot="-12000">
            <a:off x="2947111" y="2752344"/>
            <a:ext cx="64922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95" name="Shape 6"/>
          <p:cNvSpPr/>
          <p:nvPr/>
        </p:nvSpPr>
        <p:spPr>
          <a:xfrm rot="-48000">
            <a:off x="3685032" y="2751430"/>
            <a:ext cx="68580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96" name="Shape 7"/>
          <p:cNvSpPr/>
          <p:nvPr/>
        </p:nvSpPr>
        <p:spPr>
          <a:xfrm rot="24000">
            <a:off x="3790188" y="2752344"/>
            <a:ext cx="64922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97" name="Shape 8"/>
          <p:cNvSpPr/>
          <p:nvPr/>
        </p:nvSpPr>
        <p:spPr>
          <a:xfrm rot="-36000">
            <a:off x="4532681" y="2752344"/>
            <a:ext cx="65837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98" name="Shape 9"/>
          <p:cNvSpPr/>
          <p:nvPr/>
        </p:nvSpPr>
        <p:spPr>
          <a:xfrm rot="18000">
            <a:off x="4634179" y="2751430"/>
            <a:ext cx="67666" cy="24689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99" name="Shape 10"/>
          <p:cNvSpPr/>
          <p:nvPr/>
        </p:nvSpPr>
        <p:spPr>
          <a:xfrm rot="36000">
            <a:off x="4741164" y="2752344"/>
            <a:ext cx="65837" cy="24689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00" name="Shape 11"/>
          <p:cNvSpPr/>
          <p:nvPr/>
        </p:nvSpPr>
        <p:spPr>
          <a:xfrm rot="42000">
            <a:off x="5268773" y="2751430"/>
            <a:ext cx="68580" cy="24689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01" name="Shape 12"/>
          <p:cNvSpPr/>
          <p:nvPr/>
        </p:nvSpPr>
        <p:spPr>
          <a:xfrm rot="-54000">
            <a:off x="6321247" y="2752344"/>
            <a:ext cx="73152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02" name="Shape 13"/>
          <p:cNvSpPr/>
          <p:nvPr/>
        </p:nvSpPr>
        <p:spPr>
          <a:xfrm rot="42000">
            <a:off x="6536131" y="2751430"/>
            <a:ext cx="70409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03" name="Shape 14"/>
          <p:cNvSpPr/>
          <p:nvPr/>
        </p:nvSpPr>
        <p:spPr>
          <a:xfrm rot="30000">
            <a:off x="7590434" y="2752344"/>
            <a:ext cx="70409" cy="24689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04" name="Shape 15"/>
          <p:cNvSpPr/>
          <p:nvPr/>
        </p:nvSpPr>
        <p:spPr>
          <a:xfrm rot="36000">
            <a:off x="7698334" y="2752344"/>
            <a:ext cx="65837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05" name="Shape 16"/>
          <p:cNvSpPr/>
          <p:nvPr/>
        </p:nvSpPr>
        <p:spPr>
          <a:xfrm rot="-18000">
            <a:off x="7804404" y="2752344"/>
            <a:ext cx="69494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06" name="Shape 17"/>
          <p:cNvSpPr/>
          <p:nvPr/>
        </p:nvSpPr>
        <p:spPr>
          <a:xfrm rot="-36000">
            <a:off x="7909560" y="2752344"/>
            <a:ext cx="65837" cy="24689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07" name="Shape 18"/>
          <p:cNvSpPr/>
          <p:nvPr/>
        </p:nvSpPr>
        <p:spPr>
          <a:xfrm rot="-12000">
            <a:off x="8436254" y="2752344"/>
            <a:ext cx="68580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08" name="Shape 19"/>
          <p:cNvSpPr/>
          <p:nvPr/>
        </p:nvSpPr>
        <p:spPr>
          <a:xfrm rot="36000">
            <a:off x="8542325" y="2752344"/>
            <a:ext cx="67666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09" name="Shape 20"/>
          <p:cNvSpPr/>
          <p:nvPr/>
        </p:nvSpPr>
        <p:spPr>
          <a:xfrm rot="-12000">
            <a:off x="8648395" y="2751430"/>
            <a:ext cx="67666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10" name="Shape 21"/>
          <p:cNvSpPr/>
          <p:nvPr/>
        </p:nvSpPr>
        <p:spPr>
          <a:xfrm>
            <a:off x="8856878" y="2751430"/>
            <a:ext cx="71323" cy="25603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11" name="Shape 22"/>
          <p:cNvSpPr/>
          <p:nvPr/>
        </p:nvSpPr>
        <p:spPr>
          <a:xfrm rot="42000">
            <a:off x="8962949" y="2752344"/>
            <a:ext cx="69494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12" name="Shape 23"/>
          <p:cNvSpPr/>
          <p:nvPr/>
        </p:nvSpPr>
        <p:spPr>
          <a:xfrm rot="18000">
            <a:off x="9069934" y="2752344"/>
            <a:ext cx="68580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13" name="Shape 24"/>
          <p:cNvSpPr/>
          <p:nvPr/>
        </p:nvSpPr>
        <p:spPr>
          <a:xfrm rot="12000">
            <a:off x="9175090" y="2752344"/>
            <a:ext cx="67666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14" name="Shape 25"/>
          <p:cNvSpPr/>
          <p:nvPr/>
        </p:nvSpPr>
        <p:spPr>
          <a:xfrm rot="36000">
            <a:off x="9387230" y="2752344"/>
            <a:ext cx="66751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15" name="Shape 26"/>
          <p:cNvSpPr/>
          <p:nvPr/>
        </p:nvSpPr>
        <p:spPr>
          <a:xfrm rot="24000">
            <a:off x="9808769" y="2752344"/>
            <a:ext cx="68580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16" name="Shape 27"/>
          <p:cNvSpPr/>
          <p:nvPr/>
        </p:nvSpPr>
        <p:spPr>
          <a:xfrm rot="6000">
            <a:off x="9913925" y="2751430"/>
            <a:ext cx="70409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17" name="Shape 28"/>
          <p:cNvSpPr/>
          <p:nvPr/>
        </p:nvSpPr>
        <p:spPr>
          <a:xfrm rot="-12000">
            <a:off x="10018166" y="2752344"/>
            <a:ext cx="69494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18" name="Shape 29"/>
          <p:cNvSpPr/>
          <p:nvPr/>
        </p:nvSpPr>
        <p:spPr>
          <a:xfrm rot="42000">
            <a:off x="10125151" y="2752344"/>
            <a:ext cx="67666" cy="24689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19" name="Shape 30"/>
          <p:cNvSpPr/>
          <p:nvPr/>
        </p:nvSpPr>
        <p:spPr>
          <a:xfrm rot="42000">
            <a:off x="10231222" y="2752344"/>
            <a:ext cx="67666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20" name="Shape 31"/>
          <p:cNvSpPr/>
          <p:nvPr/>
        </p:nvSpPr>
        <p:spPr>
          <a:xfrm rot="6000">
            <a:off x="10336378" y="2752344"/>
            <a:ext cx="69494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21" name="Shape 32"/>
          <p:cNvSpPr/>
          <p:nvPr/>
        </p:nvSpPr>
        <p:spPr>
          <a:xfrm rot="-18000">
            <a:off x="10443362" y="2752344"/>
            <a:ext cx="68580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22" name="Shape 33"/>
          <p:cNvSpPr/>
          <p:nvPr/>
        </p:nvSpPr>
        <p:spPr>
          <a:xfrm rot="36000">
            <a:off x="10548518" y="2752344"/>
            <a:ext cx="68580" cy="24689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23" name="Shape 34"/>
          <p:cNvSpPr/>
          <p:nvPr/>
        </p:nvSpPr>
        <p:spPr>
          <a:xfrm rot="-42000">
            <a:off x="11182198" y="2752344"/>
            <a:ext cx="65837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24" name="Shape 35"/>
          <p:cNvSpPr/>
          <p:nvPr/>
        </p:nvSpPr>
        <p:spPr>
          <a:xfrm rot="18000">
            <a:off x="11499494" y="2752344"/>
            <a:ext cx="68580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25" name="Shape 36"/>
          <p:cNvSpPr/>
          <p:nvPr/>
        </p:nvSpPr>
        <p:spPr>
          <a:xfrm rot="24000">
            <a:off x="11605565" y="2752344"/>
            <a:ext cx="65837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26" name="Shape 37"/>
          <p:cNvSpPr/>
          <p:nvPr/>
        </p:nvSpPr>
        <p:spPr>
          <a:xfrm rot="-24000">
            <a:off x="11708892" y="2752344"/>
            <a:ext cx="69494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27" name="Shape 38"/>
          <p:cNvSpPr/>
          <p:nvPr/>
        </p:nvSpPr>
        <p:spPr>
          <a:xfrm rot="6000">
            <a:off x="11814962" y="2752344"/>
            <a:ext cx="69494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28" name="Shape 39"/>
          <p:cNvSpPr/>
          <p:nvPr/>
        </p:nvSpPr>
        <p:spPr>
          <a:xfrm rot="18000">
            <a:off x="11921033" y="2751430"/>
            <a:ext cx="68580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29" name="Shape 40"/>
          <p:cNvSpPr/>
          <p:nvPr/>
        </p:nvSpPr>
        <p:spPr>
          <a:xfrm rot="-12000">
            <a:off x="12027103" y="2752344"/>
            <a:ext cx="65837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30" name="Shape 41"/>
          <p:cNvSpPr/>
          <p:nvPr/>
        </p:nvSpPr>
        <p:spPr>
          <a:xfrm rot="18000">
            <a:off x="202082" y="2752344"/>
            <a:ext cx="66751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31" name="Shape 42"/>
          <p:cNvSpPr/>
          <p:nvPr/>
        </p:nvSpPr>
        <p:spPr>
          <a:xfrm rot="84000">
            <a:off x="307238" y="2753258"/>
            <a:ext cx="66751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32" name="Shape 43"/>
          <p:cNvSpPr/>
          <p:nvPr/>
        </p:nvSpPr>
        <p:spPr>
          <a:xfrm rot="-6000">
            <a:off x="414223" y="2754173"/>
            <a:ext cx="65837" cy="18288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33" name="Shape 44"/>
          <p:cNvSpPr/>
          <p:nvPr/>
        </p:nvSpPr>
        <p:spPr>
          <a:xfrm rot="-24000">
            <a:off x="520294" y="2754173"/>
            <a:ext cx="65837" cy="19202"/>
          </a:xfrm>
          <a:prstGeom prst="roundRect">
            <a:avLst/>
          </a:prstGeom>
          <a:solidFill>
            <a:srgbClr val="C2C5CA"/>
          </a:solidFill>
          <a:ln/>
        </p:spPr>
      </p:sp>
      <p:pic>
        <p:nvPicPr>
          <p:cNvPr id="134" name="Image 87" descr="preencoded.pn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625450" y="2754173"/>
            <a:ext cx="62179" cy="17374"/>
          </a:xfrm>
          <a:prstGeom prst="rect">
            <a:avLst/>
          </a:prstGeom>
        </p:spPr>
      </p:pic>
      <p:sp>
        <p:nvSpPr>
          <p:cNvPr id="135" name="Shape 45"/>
          <p:cNvSpPr/>
          <p:nvPr/>
        </p:nvSpPr>
        <p:spPr>
          <a:xfrm rot="6000">
            <a:off x="730606" y="2753258"/>
            <a:ext cx="65837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36" name="Shape 46"/>
          <p:cNvSpPr/>
          <p:nvPr/>
        </p:nvSpPr>
        <p:spPr>
          <a:xfrm rot="-12000">
            <a:off x="839419" y="2754173"/>
            <a:ext cx="62179" cy="173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37" name="Shape 47"/>
          <p:cNvSpPr/>
          <p:nvPr/>
        </p:nvSpPr>
        <p:spPr>
          <a:xfrm rot="-54000">
            <a:off x="1260043" y="2754173"/>
            <a:ext cx="63094" cy="18288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38" name="Shape 48"/>
          <p:cNvSpPr/>
          <p:nvPr/>
        </p:nvSpPr>
        <p:spPr>
          <a:xfrm rot="18000">
            <a:off x="1580998" y="2754173"/>
            <a:ext cx="59436" cy="18288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39" name="Shape 49"/>
          <p:cNvSpPr/>
          <p:nvPr/>
        </p:nvSpPr>
        <p:spPr>
          <a:xfrm rot="30000">
            <a:off x="1682496" y="2754173"/>
            <a:ext cx="63094" cy="18288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40" name="Shape 50"/>
          <p:cNvSpPr/>
          <p:nvPr/>
        </p:nvSpPr>
        <p:spPr>
          <a:xfrm rot="162000">
            <a:off x="1907438" y="2754173"/>
            <a:ext cx="50292" cy="19202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41" name="Shape 51"/>
          <p:cNvSpPr/>
          <p:nvPr/>
        </p:nvSpPr>
        <p:spPr>
          <a:xfrm rot="-36000">
            <a:off x="1997964" y="2754173"/>
            <a:ext cx="66751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42" name="Shape 52"/>
          <p:cNvSpPr/>
          <p:nvPr/>
        </p:nvSpPr>
        <p:spPr>
          <a:xfrm rot="30000">
            <a:off x="2314346" y="2753258"/>
            <a:ext cx="66751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43" name="Shape 53"/>
          <p:cNvSpPr/>
          <p:nvPr/>
        </p:nvSpPr>
        <p:spPr>
          <a:xfrm>
            <a:off x="2421331" y="2753258"/>
            <a:ext cx="66751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44" name="Shape 54"/>
          <p:cNvSpPr/>
          <p:nvPr/>
        </p:nvSpPr>
        <p:spPr>
          <a:xfrm rot="-36000">
            <a:off x="2526487" y="2752344"/>
            <a:ext cx="64008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45" name="Shape 55"/>
          <p:cNvSpPr/>
          <p:nvPr/>
        </p:nvSpPr>
        <p:spPr>
          <a:xfrm rot="-12000">
            <a:off x="2841041" y="2752344"/>
            <a:ext cx="69494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46" name="Shape 56"/>
          <p:cNvSpPr/>
          <p:nvPr/>
        </p:nvSpPr>
        <p:spPr>
          <a:xfrm rot="12000">
            <a:off x="3051353" y="2752344"/>
            <a:ext cx="69494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47" name="Shape 57"/>
          <p:cNvSpPr/>
          <p:nvPr/>
        </p:nvSpPr>
        <p:spPr>
          <a:xfrm rot="18000">
            <a:off x="3157423" y="2753258"/>
            <a:ext cx="66751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48" name="Shape 58"/>
          <p:cNvSpPr/>
          <p:nvPr/>
        </p:nvSpPr>
        <p:spPr>
          <a:xfrm rot="54000">
            <a:off x="3264408" y="2753258"/>
            <a:ext cx="67666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49" name="Shape 59"/>
          <p:cNvSpPr/>
          <p:nvPr/>
        </p:nvSpPr>
        <p:spPr>
          <a:xfrm rot="-42000">
            <a:off x="3370478" y="2752344"/>
            <a:ext cx="63094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50" name="Shape 60"/>
          <p:cNvSpPr/>
          <p:nvPr/>
        </p:nvSpPr>
        <p:spPr>
          <a:xfrm rot="60000">
            <a:off x="3474720" y="2754173"/>
            <a:ext cx="65837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51" name="Shape 61"/>
          <p:cNvSpPr/>
          <p:nvPr/>
        </p:nvSpPr>
        <p:spPr>
          <a:xfrm rot="18000">
            <a:off x="3580790" y="2753258"/>
            <a:ext cx="65837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52" name="Shape 62"/>
          <p:cNvSpPr/>
          <p:nvPr/>
        </p:nvSpPr>
        <p:spPr>
          <a:xfrm rot="90000">
            <a:off x="3896258" y="2754173"/>
            <a:ext cx="64922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53" name="Shape 63"/>
          <p:cNvSpPr/>
          <p:nvPr/>
        </p:nvSpPr>
        <p:spPr>
          <a:xfrm rot="-96000">
            <a:off x="4214470" y="2753258"/>
            <a:ext cx="65837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54" name="Shape 64"/>
          <p:cNvSpPr/>
          <p:nvPr/>
        </p:nvSpPr>
        <p:spPr>
          <a:xfrm rot="24000">
            <a:off x="4317797" y="2752344"/>
            <a:ext cx="66751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55" name="Shape 65"/>
          <p:cNvSpPr/>
          <p:nvPr/>
        </p:nvSpPr>
        <p:spPr>
          <a:xfrm rot="186000">
            <a:off x="4427525" y="2753258"/>
            <a:ext cx="61265" cy="18288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56" name="Shape 66"/>
          <p:cNvSpPr/>
          <p:nvPr/>
        </p:nvSpPr>
        <p:spPr>
          <a:xfrm rot="24000">
            <a:off x="4848149" y="2753258"/>
            <a:ext cx="65837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57" name="Shape 67"/>
          <p:cNvSpPr/>
          <p:nvPr/>
        </p:nvSpPr>
        <p:spPr>
          <a:xfrm>
            <a:off x="4955134" y="2754173"/>
            <a:ext cx="64922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58" name="Shape 68"/>
          <p:cNvSpPr/>
          <p:nvPr/>
        </p:nvSpPr>
        <p:spPr>
          <a:xfrm rot="24000">
            <a:off x="5168189" y="2753258"/>
            <a:ext cx="61265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59" name="Shape 69"/>
          <p:cNvSpPr/>
          <p:nvPr/>
        </p:nvSpPr>
        <p:spPr>
          <a:xfrm rot="-54000">
            <a:off x="5374843" y="2752344"/>
            <a:ext cx="69494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60" name="Shape 70"/>
          <p:cNvSpPr/>
          <p:nvPr/>
        </p:nvSpPr>
        <p:spPr>
          <a:xfrm rot="-6000">
            <a:off x="5479085" y="2752344"/>
            <a:ext cx="70409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61" name="Shape 71"/>
          <p:cNvSpPr/>
          <p:nvPr/>
        </p:nvSpPr>
        <p:spPr>
          <a:xfrm rot="12000">
            <a:off x="5586070" y="2752344"/>
            <a:ext cx="67666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62" name="Shape 72"/>
          <p:cNvSpPr/>
          <p:nvPr/>
        </p:nvSpPr>
        <p:spPr>
          <a:xfrm rot="-6000">
            <a:off x="5691226" y="2752344"/>
            <a:ext cx="68580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63" name="Shape 73"/>
          <p:cNvSpPr/>
          <p:nvPr/>
        </p:nvSpPr>
        <p:spPr>
          <a:xfrm rot="-18000">
            <a:off x="5797296" y="2753258"/>
            <a:ext cx="66751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64" name="Shape 74"/>
          <p:cNvSpPr/>
          <p:nvPr/>
        </p:nvSpPr>
        <p:spPr>
          <a:xfrm rot="-30000">
            <a:off x="5902452" y="2753258"/>
            <a:ext cx="67666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65" name="Shape 75"/>
          <p:cNvSpPr/>
          <p:nvPr/>
        </p:nvSpPr>
        <p:spPr>
          <a:xfrm rot="-24000">
            <a:off x="6009437" y="2752344"/>
            <a:ext cx="65837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66" name="Shape 76"/>
          <p:cNvSpPr/>
          <p:nvPr/>
        </p:nvSpPr>
        <p:spPr>
          <a:xfrm rot="-54000">
            <a:off x="6114593" y="2754173"/>
            <a:ext cx="68580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67" name="Shape 77"/>
          <p:cNvSpPr/>
          <p:nvPr/>
        </p:nvSpPr>
        <p:spPr>
          <a:xfrm rot="-24000">
            <a:off x="6217920" y="2752344"/>
            <a:ext cx="69494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68" name="Shape 78"/>
          <p:cNvSpPr/>
          <p:nvPr/>
        </p:nvSpPr>
        <p:spPr>
          <a:xfrm rot="-36000">
            <a:off x="6430975" y="2753258"/>
            <a:ext cx="67666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69" name="Shape 79"/>
          <p:cNvSpPr/>
          <p:nvPr/>
        </p:nvSpPr>
        <p:spPr>
          <a:xfrm rot="-30000">
            <a:off x="6748272" y="2753258"/>
            <a:ext cx="68580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70" name="Shape 80"/>
          <p:cNvSpPr/>
          <p:nvPr/>
        </p:nvSpPr>
        <p:spPr>
          <a:xfrm rot="24000">
            <a:off x="6853428" y="2753258"/>
            <a:ext cx="68580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71" name="Shape 81"/>
          <p:cNvSpPr/>
          <p:nvPr/>
        </p:nvSpPr>
        <p:spPr>
          <a:xfrm>
            <a:off x="6960413" y="2753258"/>
            <a:ext cx="67666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72" name="Shape 82"/>
          <p:cNvSpPr/>
          <p:nvPr/>
        </p:nvSpPr>
        <p:spPr>
          <a:xfrm rot="-24000">
            <a:off x="7066483" y="2753258"/>
            <a:ext cx="64922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73" name="Shape 83"/>
          <p:cNvSpPr/>
          <p:nvPr/>
        </p:nvSpPr>
        <p:spPr>
          <a:xfrm rot="12000">
            <a:off x="7171639" y="2753258"/>
            <a:ext cx="66751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74" name="Shape 84"/>
          <p:cNvSpPr/>
          <p:nvPr/>
        </p:nvSpPr>
        <p:spPr>
          <a:xfrm rot="-36000">
            <a:off x="7276795" y="2753258"/>
            <a:ext cx="68580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75" name="Shape 85"/>
          <p:cNvSpPr/>
          <p:nvPr/>
        </p:nvSpPr>
        <p:spPr>
          <a:xfrm rot="6000">
            <a:off x="7383780" y="2753258"/>
            <a:ext cx="66751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76" name="Shape 86"/>
          <p:cNvSpPr/>
          <p:nvPr/>
        </p:nvSpPr>
        <p:spPr>
          <a:xfrm rot="-24000">
            <a:off x="7488936" y="2752344"/>
            <a:ext cx="64008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77" name="Shape 87"/>
          <p:cNvSpPr/>
          <p:nvPr/>
        </p:nvSpPr>
        <p:spPr>
          <a:xfrm rot="6000">
            <a:off x="8014716" y="2753258"/>
            <a:ext cx="67666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78" name="Shape 88"/>
          <p:cNvSpPr/>
          <p:nvPr/>
        </p:nvSpPr>
        <p:spPr>
          <a:xfrm rot="24000">
            <a:off x="8121701" y="2753258"/>
            <a:ext cx="65837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79" name="Shape 89"/>
          <p:cNvSpPr/>
          <p:nvPr/>
        </p:nvSpPr>
        <p:spPr>
          <a:xfrm rot="-12000">
            <a:off x="8225942" y="2752344"/>
            <a:ext cx="68580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80" name="Shape 90"/>
          <p:cNvSpPr/>
          <p:nvPr/>
        </p:nvSpPr>
        <p:spPr>
          <a:xfrm rot="-72000">
            <a:off x="8333842" y="2752344"/>
            <a:ext cx="64008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81" name="Shape 91"/>
          <p:cNvSpPr/>
          <p:nvPr/>
        </p:nvSpPr>
        <p:spPr>
          <a:xfrm rot="-12000">
            <a:off x="8755380" y="2752344"/>
            <a:ext cx="64922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82" name="Shape 92"/>
          <p:cNvSpPr/>
          <p:nvPr/>
        </p:nvSpPr>
        <p:spPr>
          <a:xfrm rot="42000">
            <a:off x="9280246" y="2753258"/>
            <a:ext cx="67666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83" name="Shape 93"/>
          <p:cNvSpPr/>
          <p:nvPr/>
        </p:nvSpPr>
        <p:spPr>
          <a:xfrm rot="24000">
            <a:off x="9601200" y="2754173"/>
            <a:ext cx="64008" cy="19202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84" name="Shape 94"/>
          <p:cNvSpPr/>
          <p:nvPr/>
        </p:nvSpPr>
        <p:spPr>
          <a:xfrm rot="24000">
            <a:off x="9702698" y="2753258"/>
            <a:ext cx="66751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85" name="Shape 95"/>
          <p:cNvSpPr/>
          <p:nvPr/>
        </p:nvSpPr>
        <p:spPr>
          <a:xfrm rot="6000">
            <a:off x="10654589" y="2752344"/>
            <a:ext cx="67666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86" name="Shape 96"/>
          <p:cNvSpPr/>
          <p:nvPr/>
        </p:nvSpPr>
        <p:spPr>
          <a:xfrm rot="-36000">
            <a:off x="10759745" y="2752344"/>
            <a:ext cx="67666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87" name="Shape 97"/>
          <p:cNvSpPr/>
          <p:nvPr/>
        </p:nvSpPr>
        <p:spPr>
          <a:xfrm rot="-12000">
            <a:off x="10864901" y="2752344"/>
            <a:ext cx="66751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88" name="Shape 98"/>
          <p:cNvSpPr/>
          <p:nvPr/>
        </p:nvSpPr>
        <p:spPr>
          <a:xfrm rot="12000">
            <a:off x="10971886" y="2752344"/>
            <a:ext cx="66751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89" name="Shape 99"/>
          <p:cNvSpPr/>
          <p:nvPr/>
        </p:nvSpPr>
        <p:spPr>
          <a:xfrm>
            <a:off x="11077042" y="2752344"/>
            <a:ext cx="67666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90" name="Shape 100"/>
          <p:cNvSpPr/>
          <p:nvPr/>
        </p:nvSpPr>
        <p:spPr>
          <a:xfrm rot="-18000">
            <a:off x="11287354" y="2752344"/>
            <a:ext cx="68580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91" name="Shape 101"/>
          <p:cNvSpPr/>
          <p:nvPr/>
        </p:nvSpPr>
        <p:spPr>
          <a:xfrm rot="6000">
            <a:off x="11393424" y="2752344"/>
            <a:ext cx="66751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92" name="Shape 102"/>
          <p:cNvSpPr/>
          <p:nvPr/>
        </p:nvSpPr>
        <p:spPr>
          <a:xfrm rot="-54000">
            <a:off x="942746" y="2754173"/>
            <a:ext cx="64008" cy="18288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93" name="Shape 103"/>
          <p:cNvSpPr/>
          <p:nvPr/>
        </p:nvSpPr>
        <p:spPr>
          <a:xfrm rot="-48000">
            <a:off x="1049731" y="2755087"/>
            <a:ext cx="60350" cy="16459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94" name="Shape 104"/>
          <p:cNvSpPr/>
          <p:nvPr/>
        </p:nvSpPr>
        <p:spPr>
          <a:xfrm rot="12000">
            <a:off x="1154887" y="2754173"/>
            <a:ext cx="62179" cy="173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95" name="Shape 105"/>
          <p:cNvSpPr/>
          <p:nvPr/>
        </p:nvSpPr>
        <p:spPr>
          <a:xfrm rot="-72000">
            <a:off x="1366114" y="2754173"/>
            <a:ext cx="63094" cy="18288"/>
          </a:xfrm>
          <a:prstGeom prst="roundRect">
            <a:avLst/>
          </a:prstGeom>
          <a:solidFill>
            <a:srgbClr val="C2C5CA"/>
          </a:solidFill>
          <a:ln/>
        </p:spPr>
      </p:sp>
      <p:pic>
        <p:nvPicPr>
          <p:cNvPr id="196" name="Image 88" descr="preencoded.png"/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1472184" y="2753258"/>
            <a:ext cx="62179" cy="17374"/>
          </a:xfrm>
          <a:prstGeom prst="rect">
            <a:avLst/>
          </a:prstGeom>
        </p:spPr>
      </p:pic>
      <p:sp>
        <p:nvSpPr>
          <p:cNvPr id="197" name="Shape 106"/>
          <p:cNvSpPr/>
          <p:nvPr/>
        </p:nvSpPr>
        <p:spPr>
          <a:xfrm rot="12000">
            <a:off x="1787652" y="2754173"/>
            <a:ext cx="62179" cy="18288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198" name="Shape 107"/>
          <p:cNvSpPr/>
          <p:nvPr/>
        </p:nvSpPr>
        <p:spPr>
          <a:xfrm>
            <a:off x="1892808" y="2754173"/>
            <a:ext cx="18288" cy="18288"/>
          </a:xfrm>
          <a:prstGeom prst="ellipse">
            <a:avLst/>
          </a:prstGeom>
          <a:solidFill>
            <a:srgbClr val="C2C5CA"/>
          </a:solidFill>
          <a:ln/>
        </p:spPr>
      </p:sp>
      <p:sp>
        <p:nvSpPr>
          <p:cNvPr id="199" name="Shape 108"/>
          <p:cNvSpPr/>
          <p:nvPr/>
        </p:nvSpPr>
        <p:spPr>
          <a:xfrm rot="132000">
            <a:off x="4006901" y="2754173"/>
            <a:ext cx="59436" cy="173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00" name="Shape 109"/>
          <p:cNvSpPr/>
          <p:nvPr/>
        </p:nvSpPr>
        <p:spPr>
          <a:xfrm rot="-10674000">
            <a:off x="5060290" y="2754173"/>
            <a:ext cx="35662" cy="20117"/>
          </a:xfrm>
          <a:prstGeom prst="ellipse">
            <a:avLst/>
          </a:prstGeom>
          <a:solidFill>
            <a:srgbClr val="C2C5CA"/>
          </a:solidFill>
          <a:ln/>
        </p:spPr>
      </p:sp>
      <p:pic>
        <p:nvPicPr>
          <p:cNvPr id="201" name="Image 89" descr="preencoded.png"/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6644945" y="2756916"/>
            <a:ext cx="35662" cy="17374"/>
          </a:xfrm>
          <a:prstGeom prst="rect">
            <a:avLst/>
          </a:prstGeom>
        </p:spPr>
      </p:pic>
      <p:sp>
        <p:nvSpPr>
          <p:cNvPr id="202" name="Shape 110"/>
          <p:cNvSpPr/>
          <p:nvPr/>
        </p:nvSpPr>
        <p:spPr>
          <a:xfrm rot="-10782000">
            <a:off x="9493301" y="2755087"/>
            <a:ext cx="43891" cy="19202"/>
          </a:xfrm>
          <a:prstGeom prst="ellipse">
            <a:avLst/>
          </a:prstGeom>
          <a:solidFill>
            <a:srgbClr val="C2C5CA"/>
          </a:solidFill>
          <a:ln/>
        </p:spPr>
      </p:sp>
      <p:pic>
        <p:nvPicPr>
          <p:cNvPr id="203" name="Image 90" descr="preencoded.png"/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7118604" y="2809951"/>
            <a:ext cx="842162" cy="655625"/>
          </a:xfrm>
          <a:prstGeom prst="rect">
            <a:avLst/>
          </a:prstGeom>
        </p:spPr>
      </p:pic>
      <p:pic>
        <p:nvPicPr>
          <p:cNvPr id="204" name="Image 91" descr="preencoded.png"/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6614770" y="3193085"/>
            <a:ext cx="470002" cy="442570"/>
          </a:xfrm>
          <a:prstGeom prst="rect">
            <a:avLst/>
          </a:prstGeom>
        </p:spPr>
      </p:pic>
      <p:pic>
        <p:nvPicPr>
          <p:cNvPr id="205" name="Image 92" descr="preencoded.png"/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4401007" y="3196742"/>
            <a:ext cx="345643" cy="638251"/>
          </a:xfrm>
          <a:prstGeom prst="rect">
            <a:avLst/>
          </a:prstGeom>
        </p:spPr>
      </p:pic>
      <p:pic>
        <p:nvPicPr>
          <p:cNvPr id="206" name="Image 93" descr="preencoded.png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10548518" y="3370478"/>
            <a:ext cx="1018642" cy="576072"/>
          </a:xfrm>
          <a:prstGeom prst="rect">
            <a:avLst/>
          </a:prstGeom>
        </p:spPr>
      </p:pic>
      <p:pic>
        <p:nvPicPr>
          <p:cNvPr id="207" name="Image 94" descr="preencoded.png"/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3564331" y="3501238"/>
            <a:ext cx="1133856" cy="540410"/>
          </a:xfrm>
          <a:prstGeom prst="rect">
            <a:avLst/>
          </a:prstGeom>
        </p:spPr>
      </p:pic>
      <p:pic>
        <p:nvPicPr>
          <p:cNvPr id="208" name="Image 95" descr="preencoded.png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3761842" y="3562502"/>
            <a:ext cx="319126" cy="442570"/>
          </a:xfrm>
          <a:prstGeom prst="rect">
            <a:avLst/>
          </a:prstGeom>
        </p:spPr>
      </p:pic>
      <p:pic>
        <p:nvPicPr>
          <p:cNvPr id="209" name="Image 96" descr="preencoded.png"/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4013302" y="3599078"/>
            <a:ext cx="17374" cy="266090"/>
          </a:xfrm>
          <a:prstGeom prst="rect">
            <a:avLst/>
          </a:prstGeom>
        </p:spPr>
      </p:pic>
      <p:pic>
        <p:nvPicPr>
          <p:cNvPr id="210" name="Image 97" descr="preencoded.png"/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4689043" y="3595421"/>
            <a:ext cx="53035" cy="194767"/>
          </a:xfrm>
          <a:prstGeom prst="rect">
            <a:avLst/>
          </a:prstGeom>
        </p:spPr>
      </p:pic>
      <p:pic>
        <p:nvPicPr>
          <p:cNvPr id="211" name="Image 98" descr="preencoded.png"/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5430622" y="3641141"/>
            <a:ext cx="1328623" cy="150876"/>
          </a:xfrm>
          <a:prstGeom prst="rect">
            <a:avLst/>
          </a:prstGeom>
        </p:spPr>
      </p:pic>
      <p:pic>
        <p:nvPicPr>
          <p:cNvPr id="212" name="Image 99" descr="preencoded.png"/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9617659" y="3642970"/>
            <a:ext cx="814730" cy="141732"/>
          </a:xfrm>
          <a:prstGeom prst="rect">
            <a:avLst/>
          </a:prstGeom>
        </p:spPr>
      </p:pic>
      <p:pic>
        <p:nvPicPr>
          <p:cNvPr id="213" name="Image 100" descr="preencoded.png"/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4779569" y="3644798"/>
            <a:ext cx="646481" cy="141732"/>
          </a:xfrm>
          <a:prstGeom prst="rect">
            <a:avLst/>
          </a:prstGeom>
        </p:spPr>
      </p:pic>
      <p:pic>
        <p:nvPicPr>
          <p:cNvPr id="214" name="Image 101" descr="preencoded.png"/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4390034" y="3652114"/>
            <a:ext cx="17374" cy="239573"/>
          </a:xfrm>
          <a:prstGeom prst="rect">
            <a:avLst/>
          </a:prstGeom>
        </p:spPr>
      </p:pic>
      <p:pic>
        <p:nvPicPr>
          <p:cNvPr id="215" name="Image 102" descr="preencoded.png"/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6748272" y="3694176"/>
            <a:ext cx="2852928" cy="43891"/>
          </a:xfrm>
          <a:prstGeom prst="rect">
            <a:avLst/>
          </a:prstGeom>
        </p:spPr>
      </p:pic>
      <p:pic>
        <p:nvPicPr>
          <p:cNvPr id="216" name="Image 103" descr="preencoded.png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4032504" y="3742639"/>
            <a:ext cx="2099462" cy="1904695"/>
          </a:xfrm>
          <a:prstGeom prst="rect">
            <a:avLst/>
          </a:prstGeom>
        </p:spPr>
      </p:pic>
      <p:pic>
        <p:nvPicPr>
          <p:cNvPr id="218" name="Image 105" descr="preencoded.png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7878013" y="3922776"/>
            <a:ext cx="1957730" cy="637336"/>
          </a:xfrm>
          <a:prstGeom prst="rect">
            <a:avLst/>
          </a:prstGeom>
        </p:spPr>
      </p:pic>
      <p:pic>
        <p:nvPicPr>
          <p:cNvPr id="219" name="Image 106" descr="preencoded.png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3577133" y="3995928"/>
            <a:ext cx="1116482" cy="35662"/>
          </a:xfrm>
          <a:prstGeom prst="rect">
            <a:avLst/>
          </a:prstGeom>
        </p:spPr>
      </p:pic>
      <p:pic>
        <p:nvPicPr>
          <p:cNvPr id="220" name="Image 107" descr="preencoded.png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9476842" y="4574743"/>
            <a:ext cx="185623" cy="629107"/>
          </a:xfrm>
          <a:prstGeom prst="rect">
            <a:avLst/>
          </a:prstGeom>
        </p:spPr>
      </p:pic>
      <p:sp>
        <p:nvSpPr>
          <p:cNvPr id="221" name="Shape 111"/>
          <p:cNvSpPr/>
          <p:nvPr/>
        </p:nvSpPr>
        <p:spPr>
          <a:xfrm rot="-48000">
            <a:off x="-3658" y="5055718"/>
            <a:ext cx="62179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22" name="Shape 112"/>
          <p:cNvSpPr/>
          <p:nvPr/>
        </p:nvSpPr>
        <p:spPr>
          <a:xfrm rot="-66000">
            <a:off x="2214677" y="5056632"/>
            <a:ext cx="71323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23" name="Shape 113"/>
          <p:cNvSpPr/>
          <p:nvPr/>
        </p:nvSpPr>
        <p:spPr>
          <a:xfrm rot="-48000">
            <a:off x="2566721" y="5055718"/>
            <a:ext cx="71323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24" name="Shape 114"/>
          <p:cNvSpPr/>
          <p:nvPr/>
        </p:nvSpPr>
        <p:spPr>
          <a:xfrm rot="6000">
            <a:off x="5612587" y="5055718"/>
            <a:ext cx="72238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25" name="Shape 115"/>
          <p:cNvSpPr/>
          <p:nvPr/>
        </p:nvSpPr>
        <p:spPr>
          <a:xfrm rot="18000">
            <a:off x="6314846" y="5055718"/>
            <a:ext cx="74981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26" name="Shape 116"/>
          <p:cNvSpPr/>
          <p:nvPr/>
        </p:nvSpPr>
        <p:spPr>
          <a:xfrm rot="-30000">
            <a:off x="6431890" y="5055718"/>
            <a:ext cx="74066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27" name="Shape 117"/>
          <p:cNvSpPr/>
          <p:nvPr/>
        </p:nvSpPr>
        <p:spPr>
          <a:xfrm rot="6000">
            <a:off x="6550762" y="5055718"/>
            <a:ext cx="71323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28" name="Shape 118"/>
          <p:cNvSpPr/>
          <p:nvPr/>
        </p:nvSpPr>
        <p:spPr>
          <a:xfrm rot="-6000">
            <a:off x="6783934" y="5055718"/>
            <a:ext cx="73152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29" name="Shape 119"/>
          <p:cNvSpPr/>
          <p:nvPr/>
        </p:nvSpPr>
        <p:spPr>
          <a:xfrm rot="-12000">
            <a:off x="7135978" y="5055718"/>
            <a:ext cx="71323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30" name="Shape 120"/>
          <p:cNvSpPr/>
          <p:nvPr/>
        </p:nvSpPr>
        <p:spPr>
          <a:xfrm rot="-18000">
            <a:off x="7250278" y="5054803"/>
            <a:ext cx="74981" cy="26518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31" name="Shape 121"/>
          <p:cNvSpPr/>
          <p:nvPr/>
        </p:nvSpPr>
        <p:spPr>
          <a:xfrm rot="-30000">
            <a:off x="7488022" y="5056632"/>
            <a:ext cx="73152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32" name="Shape 122"/>
          <p:cNvSpPr/>
          <p:nvPr/>
        </p:nvSpPr>
        <p:spPr>
          <a:xfrm rot="30000">
            <a:off x="7720279" y="5055718"/>
            <a:ext cx="72238" cy="24689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33" name="Shape 123"/>
          <p:cNvSpPr/>
          <p:nvPr/>
        </p:nvSpPr>
        <p:spPr>
          <a:xfrm rot="-30000">
            <a:off x="7838237" y="5056632"/>
            <a:ext cx="73152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34" name="Shape 124"/>
          <p:cNvSpPr/>
          <p:nvPr/>
        </p:nvSpPr>
        <p:spPr>
          <a:xfrm rot="12000">
            <a:off x="8071409" y="5054803"/>
            <a:ext cx="74066" cy="25603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35" name="Shape 125"/>
          <p:cNvSpPr/>
          <p:nvPr/>
        </p:nvSpPr>
        <p:spPr>
          <a:xfrm rot="12000">
            <a:off x="8187538" y="5054803"/>
            <a:ext cx="74066" cy="25603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36" name="Shape 126"/>
          <p:cNvSpPr/>
          <p:nvPr/>
        </p:nvSpPr>
        <p:spPr>
          <a:xfrm rot="-18000">
            <a:off x="8422538" y="5055718"/>
            <a:ext cx="72238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37" name="Shape 127"/>
          <p:cNvSpPr/>
          <p:nvPr/>
        </p:nvSpPr>
        <p:spPr>
          <a:xfrm rot="18000">
            <a:off x="8540496" y="5055718"/>
            <a:ext cx="74066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38" name="Shape 128"/>
          <p:cNvSpPr/>
          <p:nvPr/>
        </p:nvSpPr>
        <p:spPr>
          <a:xfrm rot="-6000">
            <a:off x="8659368" y="5055718"/>
            <a:ext cx="72238" cy="237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39" name="Shape 129"/>
          <p:cNvSpPr/>
          <p:nvPr/>
        </p:nvSpPr>
        <p:spPr>
          <a:xfrm rot="-18000">
            <a:off x="8775497" y="5055718"/>
            <a:ext cx="73152" cy="22860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40" name="Shape 130"/>
          <p:cNvSpPr/>
          <p:nvPr/>
        </p:nvSpPr>
        <p:spPr>
          <a:xfrm rot="-36000">
            <a:off x="105156" y="5056632"/>
            <a:ext cx="69494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41" name="Shape 131"/>
          <p:cNvSpPr/>
          <p:nvPr/>
        </p:nvSpPr>
        <p:spPr>
          <a:xfrm rot="18000">
            <a:off x="220370" y="5056632"/>
            <a:ext cx="73152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42" name="Shape 132"/>
          <p:cNvSpPr/>
          <p:nvPr/>
        </p:nvSpPr>
        <p:spPr>
          <a:xfrm rot="-18000">
            <a:off x="338328" y="5056632"/>
            <a:ext cx="71323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43" name="Shape 133"/>
          <p:cNvSpPr/>
          <p:nvPr/>
        </p:nvSpPr>
        <p:spPr>
          <a:xfrm rot="-12000">
            <a:off x="457200" y="5057546"/>
            <a:ext cx="70409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44" name="Shape 134"/>
          <p:cNvSpPr/>
          <p:nvPr/>
        </p:nvSpPr>
        <p:spPr>
          <a:xfrm rot="-6000">
            <a:off x="574243" y="5056632"/>
            <a:ext cx="71323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45" name="Shape 135"/>
          <p:cNvSpPr/>
          <p:nvPr/>
        </p:nvSpPr>
        <p:spPr>
          <a:xfrm rot="-42000">
            <a:off x="692201" y="5057546"/>
            <a:ext cx="68580" cy="18288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46" name="Shape 136"/>
          <p:cNvSpPr/>
          <p:nvPr/>
        </p:nvSpPr>
        <p:spPr>
          <a:xfrm rot="6000">
            <a:off x="809244" y="5056632"/>
            <a:ext cx="69494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47" name="Shape 137"/>
          <p:cNvSpPr/>
          <p:nvPr/>
        </p:nvSpPr>
        <p:spPr>
          <a:xfrm rot="6000">
            <a:off x="925373" y="5056632"/>
            <a:ext cx="72238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48" name="Shape 138"/>
          <p:cNvSpPr/>
          <p:nvPr/>
        </p:nvSpPr>
        <p:spPr>
          <a:xfrm rot="12000">
            <a:off x="1042416" y="5056632"/>
            <a:ext cx="70409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49" name="Shape 139"/>
          <p:cNvSpPr/>
          <p:nvPr/>
        </p:nvSpPr>
        <p:spPr>
          <a:xfrm rot="6000">
            <a:off x="1162202" y="5057546"/>
            <a:ext cx="69494" cy="18288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50" name="Shape 140"/>
          <p:cNvSpPr/>
          <p:nvPr/>
        </p:nvSpPr>
        <p:spPr>
          <a:xfrm rot="-12000">
            <a:off x="1280160" y="5057546"/>
            <a:ext cx="67666" cy="18288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51" name="Shape 141"/>
          <p:cNvSpPr/>
          <p:nvPr/>
        </p:nvSpPr>
        <p:spPr>
          <a:xfrm rot="-30000">
            <a:off x="1394460" y="5056632"/>
            <a:ext cx="71323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52" name="Shape 142"/>
          <p:cNvSpPr/>
          <p:nvPr/>
        </p:nvSpPr>
        <p:spPr>
          <a:xfrm>
            <a:off x="1509674" y="5056632"/>
            <a:ext cx="73152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53" name="Shape 143"/>
          <p:cNvSpPr/>
          <p:nvPr/>
        </p:nvSpPr>
        <p:spPr>
          <a:xfrm>
            <a:off x="1627632" y="5056632"/>
            <a:ext cx="69494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54" name="Shape 144"/>
          <p:cNvSpPr/>
          <p:nvPr/>
        </p:nvSpPr>
        <p:spPr>
          <a:xfrm rot="-12000">
            <a:off x="1746504" y="5056632"/>
            <a:ext cx="70409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55" name="Shape 145"/>
          <p:cNvSpPr/>
          <p:nvPr/>
        </p:nvSpPr>
        <p:spPr>
          <a:xfrm>
            <a:off x="1864462" y="5056632"/>
            <a:ext cx="69494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56" name="Shape 146"/>
          <p:cNvSpPr/>
          <p:nvPr/>
        </p:nvSpPr>
        <p:spPr>
          <a:xfrm rot="-36000">
            <a:off x="1982419" y="5057546"/>
            <a:ext cx="67666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57" name="Shape 147"/>
          <p:cNvSpPr/>
          <p:nvPr/>
        </p:nvSpPr>
        <p:spPr>
          <a:xfrm rot="-24000">
            <a:off x="2096719" y="5057546"/>
            <a:ext cx="72238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58" name="Shape 148"/>
          <p:cNvSpPr/>
          <p:nvPr/>
        </p:nvSpPr>
        <p:spPr>
          <a:xfrm rot="-12000">
            <a:off x="2329891" y="5056632"/>
            <a:ext cx="72238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59" name="Shape 149"/>
          <p:cNvSpPr/>
          <p:nvPr/>
        </p:nvSpPr>
        <p:spPr>
          <a:xfrm rot="6000">
            <a:off x="2447849" y="5055718"/>
            <a:ext cx="73152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60" name="Shape 150"/>
          <p:cNvSpPr/>
          <p:nvPr/>
        </p:nvSpPr>
        <p:spPr>
          <a:xfrm rot="-30000">
            <a:off x="2682850" y="5056632"/>
            <a:ext cx="70409" cy="19202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61" name="Shape 151"/>
          <p:cNvSpPr/>
          <p:nvPr/>
        </p:nvSpPr>
        <p:spPr>
          <a:xfrm rot="24000">
            <a:off x="2800807" y="5056632"/>
            <a:ext cx="69494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62" name="Shape 152"/>
          <p:cNvSpPr/>
          <p:nvPr/>
        </p:nvSpPr>
        <p:spPr>
          <a:xfrm rot="6000">
            <a:off x="2916936" y="5056632"/>
            <a:ext cx="73152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63" name="Shape 153"/>
          <p:cNvSpPr/>
          <p:nvPr/>
        </p:nvSpPr>
        <p:spPr>
          <a:xfrm rot="-36000">
            <a:off x="3033979" y="5057546"/>
            <a:ext cx="71323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64" name="Shape 154"/>
          <p:cNvSpPr/>
          <p:nvPr/>
        </p:nvSpPr>
        <p:spPr>
          <a:xfrm rot="12000">
            <a:off x="3153766" y="5056632"/>
            <a:ext cx="69494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65" name="Shape 155"/>
          <p:cNvSpPr/>
          <p:nvPr/>
        </p:nvSpPr>
        <p:spPr>
          <a:xfrm>
            <a:off x="3268980" y="5056632"/>
            <a:ext cx="73152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66" name="Shape 156"/>
          <p:cNvSpPr/>
          <p:nvPr/>
        </p:nvSpPr>
        <p:spPr>
          <a:xfrm rot="-36000">
            <a:off x="3386023" y="5057546"/>
            <a:ext cx="72238" cy="19202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67" name="Shape 157"/>
          <p:cNvSpPr/>
          <p:nvPr/>
        </p:nvSpPr>
        <p:spPr>
          <a:xfrm rot="-36000">
            <a:off x="3503981" y="5056632"/>
            <a:ext cx="69494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68" name="Shape 158"/>
          <p:cNvSpPr/>
          <p:nvPr/>
        </p:nvSpPr>
        <p:spPr>
          <a:xfrm rot="24000">
            <a:off x="3621024" y="5057546"/>
            <a:ext cx="71323" cy="19202"/>
          </a:xfrm>
          <a:prstGeom prst="roundRect">
            <a:avLst/>
          </a:prstGeom>
          <a:solidFill>
            <a:srgbClr val="C2C5CA"/>
          </a:solidFill>
          <a:ln/>
        </p:spPr>
      </p:sp>
      <p:pic>
        <p:nvPicPr>
          <p:cNvPr id="269" name="Image 108" descr="preencoded.png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4558284" y="5057546"/>
            <a:ext cx="71323" cy="17374"/>
          </a:xfrm>
          <a:prstGeom prst="rect">
            <a:avLst/>
          </a:prstGeom>
        </p:spPr>
      </p:pic>
      <p:sp>
        <p:nvSpPr>
          <p:cNvPr id="270" name="Shape 159"/>
          <p:cNvSpPr/>
          <p:nvPr/>
        </p:nvSpPr>
        <p:spPr>
          <a:xfrm rot="-42000">
            <a:off x="4677156" y="5056632"/>
            <a:ext cx="69494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71" name="Shape 160"/>
          <p:cNvSpPr/>
          <p:nvPr/>
        </p:nvSpPr>
        <p:spPr>
          <a:xfrm rot="-6000">
            <a:off x="4792370" y="5056632"/>
            <a:ext cx="73152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72" name="Shape 161"/>
          <p:cNvSpPr/>
          <p:nvPr/>
        </p:nvSpPr>
        <p:spPr>
          <a:xfrm rot="30000">
            <a:off x="4909414" y="5056632"/>
            <a:ext cx="72238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73" name="Shape 162"/>
          <p:cNvSpPr/>
          <p:nvPr/>
        </p:nvSpPr>
        <p:spPr>
          <a:xfrm rot="-6000">
            <a:off x="5027371" y="5056632"/>
            <a:ext cx="70409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74" name="Shape 163"/>
          <p:cNvSpPr/>
          <p:nvPr/>
        </p:nvSpPr>
        <p:spPr>
          <a:xfrm rot="-78000">
            <a:off x="5145329" y="5057546"/>
            <a:ext cx="70409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75" name="Shape 164"/>
          <p:cNvSpPr/>
          <p:nvPr/>
        </p:nvSpPr>
        <p:spPr>
          <a:xfrm rot="-42000">
            <a:off x="5264201" y="5056632"/>
            <a:ext cx="68580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76" name="Shape 165"/>
          <p:cNvSpPr/>
          <p:nvPr/>
        </p:nvSpPr>
        <p:spPr>
          <a:xfrm rot="-54000">
            <a:off x="5382158" y="5056632"/>
            <a:ext cx="68580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77" name="Shape 166"/>
          <p:cNvSpPr/>
          <p:nvPr/>
        </p:nvSpPr>
        <p:spPr>
          <a:xfrm rot="-36000">
            <a:off x="5497373" y="5056632"/>
            <a:ext cx="71323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78" name="Shape 167"/>
          <p:cNvSpPr/>
          <p:nvPr/>
        </p:nvSpPr>
        <p:spPr>
          <a:xfrm rot="-30000">
            <a:off x="5730545" y="5057546"/>
            <a:ext cx="69494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79" name="Shape 168"/>
          <p:cNvSpPr/>
          <p:nvPr/>
        </p:nvSpPr>
        <p:spPr>
          <a:xfrm rot="-36000">
            <a:off x="5847588" y="5057546"/>
            <a:ext cx="72238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80" name="Shape 169"/>
          <p:cNvSpPr/>
          <p:nvPr/>
        </p:nvSpPr>
        <p:spPr>
          <a:xfrm rot="24000">
            <a:off x="5964631" y="5056632"/>
            <a:ext cx="69494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81" name="Shape 170"/>
          <p:cNvSpPr/>
          <p:nvPr/>
        </p:nvSpPr>
        <p:spPr>
          <a:xfrm rot="-36000">
            <a:off x="6081674" y="5056632"/>
            <a:ext cx="73152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82" name="Shape 171"/>
          <p:cNvSpPr/>
          <p:nvPr/>
        </p:nvSpPr>
        <p:spPr>
          <a:xfrm rot="-12000">
            <a:off x="6199632" y="5057546"/>
            <a:ext cx="71323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83" name="Shape 172"/>
          <p:cNvSpPr/>
          <p:nvPr/>
        </p:nvSpPr>
        <p:spPr>
          <a:xfrm rot="6000">
            <a:off x="6668719" y="5056632"/>
            <a:ext cx="70409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84" name="Shape 173"/>
          <p:cNvSpPr/>
          <p:nvPr/>
        </p:nvSpPr>
        <p:spPr>
          <a:xfrm rot="18000">
            <a:off x="6900977" y="5056632"/>
            <a:ext cx="71323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85" name="Shape 174"/>
          <p:cNvSpPr/>
          <p:nvPr/>
        </p:nvSpPr>
        <p:spPr>
          <a:xfrm rot="48000">
            <a:off x="7368235" y="5057546"/>
            <a:ext cx="73152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86" name="Shape 175"/>
          <p:cNvSpPr/>
          <p:nvPr/>
        </p:nvSpPr>
        <p:spPr>
          <a:xfrm rot="24000">
            <a:off x="7602322" y="5056632"/>
            <a:ext cx="74066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87" name="Shape 176"/>
          <p:cNvSpPr/>
          <p:nvPr/>
        </p:nvSpPr>
        <p:spPr>
          <a:xfrm rot="12000">
            <a:off x="7953451" y="5056632"/>
            <a:ext cx="71323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88" name="Shape 177"/>
          <p:cNvSpPr/>
          <p:nvPr/>
        </p:nvSpPr>
        <p:spPr>
          <a:xfrm rot="-18000">
            <a:off x="8306410" y="5056632"/>
            <a:ext cx="72238" cy="21946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89" name="Shape 178"/>
          <p:cNvSpPr/>
          <p:nvPr/>
        </p:nvSpPr>
        <p:spPr>
          <a:xfrm rot="18000">
            <a:off x="8893454" y="5056632"/>
            <a:ext cx="71323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90" name="Shape 179"/>
          <p:cNvSpPr/>
          <p:nvPr/>
        </p:nvSpPr>
        <p:spPr>
          <a:xfrm rot="30000">
            <a:off x="9010498" y="5056632"/>
            <a:ext cx="74066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91" name="Shape 180"/>
          <p:cNvSpPr/>
          <p:nvPr/>
        </p:nvSpPr>
        <p:spPr>
          <a:xfrm rot="24000">
            <a:off x="9127541" y="5056632"/>
            <a:ext cx="70409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92" name="Shape 181"/>
          <p:cNvSpPr/>
          <p:nvPr/>
        </p:nvSpPr>
        <p:spPr>
          <a:xfrm rot="-12000">
            <a:off x="9830714" y="5057546"/>
            <a:ext cx="69494" cy="19202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93" name="Shape 182"/>
          <p:cNvSpPr/>
          <p:nvPr/>
        </p:nvSpPr>
        <p:spPr>
          <a:xfrm rot="-30000">
            <a:off x="9946843" y="5056632"/>
            <a:ext cx="72238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94" name="Shape 183"/>
          <p:cNvSpPr/>
          <p:nvPr/>
        </p:nvSpPr>
        <p:spPr>
          <a:xfrm rot="-18000">
            <a:off x="10066630" y="5057546"/>
            <a:ext cx="67666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95" name="Shape 184"/>
          <p:cNvSpPr/>
          <p:nvPr/>
        </p:nvSpPr>
        <p:spPr>
          <a:xfrm rot="-24000">
            <a:off x="10181844" y="5056632"/>
            <a:ext cx="71323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96" name="Shape 185"/>
          <p:cNvSpPr/>
          <p:nvPr/>
        </p:nvSpPr>
        <p:spPr>
          <a:xfrm rot="6000">
            <a:off x="10297973" y="5056632"/>
            <a:ext cx="72238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97" name="Shape 186"/>
          <p:cNvSpPr/>
          <p:nvPr/>
        </p:nvSpPr>
        <p:spPr>
          <a:xfrm rot="-6000">
            <a:off x="10415930" y="5056632"/>
            <a:ext cx="70409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98" name="Shape 187"/>
          <p:cNvSpPr/>
          <p:nvPr/>
        </p:nvSpPr>
        <p:spPr>
          <a:xfrm rot="-6000">
            <a:off x="10533888" y="5057546"/>
            <a:ext cx="70409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299" name="Shape 188"/>
          <p:cNvSpPr/>
          <p:nvPr/>
        </p:nvSpPr>
        <p:spPr>
          <a:xfrm rot="-24000">
            <a:off x="10650931" y="5056632"/>
            <a:ext cx="71323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300" name="Shape 189"/>
          <p:cNvSpPr/>
          <p:nvPr/>
        </p:nvSpPr>
        <p:spPr>
          <a:xfrm rot="6000">
            <a:off x="10767974" y="5057546"/>
            <a:ext cx="70409" cy="19202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301" name="Shape 190"/>
          <p:cNvSpPr/>
          <p:nvPr/>
        </p:nvSpPr>
        <p:spPr>
          <a:xfrm rot="-12000">
            <a:off x="10885932" y="5056632"/>
            <a:ext cx="70409" cy="21031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302" name="Shape 191"/>
          <p:cNvSpPr/>
          <p:nvPr/>
        </p:nvSpPr>
        <p:spPr>
          <a:xfrm rot="6000">
            <a:off x="11002975" y="5057546"/>
            <a:ext cx="70409" cy="173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303" name="Shape 192"/>
          <p:cNvSpPr/>
          <p:nvPr/>
        </p:nvSpPr>
        <p:spPr>
          <a:xfrm rot="-12000">
            <a:off x="11118190" y="5057546"/>
            <a:ext cx="69494" cy="19202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304" name="Shape 193"/>
          <p:cNvSpPr/>
          <p:nvPr/>
        </p:nvSpPr>
        <p:spPr>
          <a:xfrm rot="-24000">
            <a:off x="11354105" y="5057546"/>
            <a:ext cx="70409" cy="19202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305" name="Shape 194"/>
          <p:cNvSpPr/>
          <p:nvPr/>
        </p:nvSpPr>
        <p:spPr>
          <a:xfrm rot="-54000">
            <a:off x="11470234" y="5057546"/>
            <a:ext cx="72238" cy="20117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306" name="Shape 195"/>
          <p:cNvSpPr/>
          <p:nvPr/>
        </p:nvSpPr>
        <p:spPr>
          <a:xfrm rot="-12000">
            <a:off x="11823192" y="5057546"/>
            <a:ext cx="67666" cy="173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307" name="Shape 196"/>
          <p:cNvSpPr/>
          <p:nvPr/>
        </p:nvSpPr>
        <p:spPr>
          <a:xfrm rot="18000">
            <a:off x="12057278" y="5057546"/>
            <a:ext cx="67666" cy="19202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308" name="Shape 197"/>
          <p:cNvSpPr/>
          <p:nvPr/>
        </p:nvSpPr>
        <p:spPr>
          <a:xfrm>
            <a:off x="12173407" y="5056632"/>
            <a:ext cx="21946" cy="21946"/>
          </a:xfrm>
          <a:prstGeom prst="ellipse">
            <a:avLst/>
          </a:prstGeom>
          <a:solidFill>
            <a:srgbClr val="C2C5CA"/>
          </a:solidFill>
          <a:ln/>
        </p:spPr>
      </p:sp>
      <p:sp>
        <p:nvSpPr>
          <p:cNvPr id="309" name="Shape 198"/>
          <p:cNvSpPr/>
          <p:nvPr/>
        </p:nvSpPr>
        <p:spPr>
          <a:xfrm>
            <a:off x="3738982" y="5058461"/>
            <a:ext cx="67666" cy="173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310" name="Shape 199"/>
          <p:cNvSpPr/>
          <p:nvPr/>
        </p:nvSpPr>
        <p:spPr>
          <a:xfrm rot="-18000">
            <a:off x="3858768" y="5058461"/>
            <a:ext cx="66751" cy="19202"/>
          </a:xfrm>
          <a:prstGeom prst="roundRect">
            <a:avLst/>
          </a:prstGeom>
          <a:solidFill>
            <a:srgbClr val="C2C5CA"/>
          </a:solidFill>
          <a:ln/>
        </p:spPr>
      </p:sp>
      <p:pic>
        <p:nvPicPr>
          <p:cNvPr id="311" name="Image 109" descr="preencoded.png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3975811" y="5058461"/>
            <a:ext cx="62179" cy="17374"/>
          </a:xfrm>
          <a:prstGeom prst="rect">
            <a:avLst/>
          </a:prstGeom>
        </p:spPr>
      </p:pic>
      <p:pic>
        <p:nvPicPr>
          <p:cNvPr id="312" name="Image 110" descr="preencoded.png"/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4211726" y="5057546"/>
            <a:ext cx="62179" cy="17374"/>
          </a:xfrm>
          <a:prstGeom prst="rect">
            <a:avLst/>
          </a:prstGeom>
        </p:spPr>
      </p:pic>
      <p:pic>
        <p:nvPicPr>
          <p:cNvPr id="313" name="Image 111" descr="preencoded.png"/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4326026" y="5057546"/>
            <a:ext cx="71323" cy="17374"/>
          </a:xfrm>
          <a:prstGeom prst="rect">
            <a:avLst/>
          </a:prstGeom>
        </p:spPr>
      </p:pic>
      <p:sp>
        <p:nvSpPr>
          <p:cNvPr id="314" name="Shape 200"/>
          <p:cNvSpPr/>
          <p:nvPr/>
        </p:nvSpPr>
        <p:spPr>
          <a:xfrm rot="-30000">
            <a:off x="4443070" y="5058461"/>
            <a:ext cx="68580" cy="173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315" name="Shape 201"/>
          <p:cNvSpPr/>
          <p:nvPr/>
        </p:nvSpPr>
        <p:spPr>
          <a:xfrm rot="-36000">
            <a:off x="7018934" y="5058461"/>
            <a:ext cx="68580" cy="173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316" name="Shape 202"/>
          <p:cNvSpPr/>
          <p:nvPr/>
        </p:nvSpPr>
        <p:spPr>
          <a:xfrm rot="-30000">
            <a:off x="9246413" y="5058461"/>
            <a:ext cx="65837" cy="18288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317" name="Shape 203"/>
          <p:cNvSpPr/>
          <p:nvPr/>
        </p:nvSpPr>
        <p:spPr>
          <a:xfrm rot="30000">
            <a:off x="9366199" y="5058461"/>
            <a:ext cx="64008" cy="173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318" name="Shape 204"/>
          <p:cNvSpPr/>
          <p:nvPr/>
        </p:nvSpPr>
        <p:spPr>
          <a:xfrm rot="-30000">
            <a:off x="9713671" y="5058461"/>
            <a:ext cx="68580" cy="18288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319" name="Shape 205"/>
          <p:cNvSpPr/>
          <p:nvPr/>
        </p:nvSpPr>
        <p:spPr>
          <a:xfrm rot="6000">
            <a:off x="11237976" y="5058461"/>
            <a:ext cx="68580" cy="173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320" name="Shape 206"/>
          <p:cNvSpPr/>
          <p:nvPr/>
        </p:nvSpPr>
        <p:spPr>
          <a:xfrm rot="6000">
            <a:off x="11590020" y="5058461"/>
            <a:ext cx="65837" cy="17374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321" name="Shape 207"/>
          <p:cNvSpPr/>
          <p:nvPr/>
        </p:nvSpPr>
        <p:spPr>
          <a:xfrm rot="36000">
            <a:off x="11706149" y="5058461"/>
            <a:ext cx="70409" cy="18288"/>
          </a:xfrm>
          <a:prstGeom prst="roundRect">
            <a:avLst/>
          </a:prstGeom>
          <a:solidFill>
            <a:srgbClr val="C2C5CA"/>
          </a:solidFill>
          <a:ln/>
        </p:spPr>
      </p:sp>
      <p:sp>
        <p:nvSpPr>
          <p:cNvPr id="322" name="Shape 208"/>
          <p:cNvSpPr/>
          <p:nvPr/>
        </p:nvSpPr>
        <p:spPr>
          <a:xfrm rot="24000">
            <a:off x="11941150" y="5058461"/>
            <a:ext cx="66751" cy="16459"/>
          </a:xfrm>
          <a:prstGeom prst="roundRect">
            <a:avLst/>
          </a:prstGeom>
          <a:solidFill>
            <a:srgbClr val="C2C5CA"/>
          </a:solidFill>
          <a:ln/>
        </p:spPr>
      </p:sp>
      <p:pic>
        <p:nvPicPr>
          <p:cNvPr id="323" name="Image 112" descr="preencoded.png"/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8994953" y="5243170"/>
            <a:ext cx="1027786" cy="566928"/>
          </a:xfrm>
          <a:prstGeom prst="rect">
            <a:avLst/>
          </a:prstGeom>
        </p:spPr>
      </p:pic>
      <p:pic>
        <p:nvPicPr>
          <p:cNvPr id="324" name="Image 113" descr="preencoded.png"/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3744468" y="5311750"/>
            <a:ext cx="868680" cy="929945"/>
          </a:xfrm>
          <a:prstGeom prst="rect">
            <a:avLst/>
          </a:prstGeom>
        </p:spPr>
      </p:pic>
      <p:pic>
        <p:nvPicPr>
          <p:cNvPr id="325" name="Image 114" descr="preencoded.png"/>
          <p:cNvPicPr>
            <a:picLocks noChangeAspect="1"/>
          </p:cNvPicPr>
          <p:nvPr/>
        </p:nvPicPr>
        <p:blipFill>
          <a:blip r:embed="rId110"/>
          <a:stretch>
            <a:fillRect/>
          </a:stretch>
        </p:blipFill>
        <p:spPr>
          <a:xfrm>
            <a:off x="6122822" y="5342839"/>
            <a:ext cx="2755087" cy="150876"/>
          </a:xfrm>
          <a:prstGeom prst="rect">
            <a:avLst/>
          </a:prstGeom>
        </p:spPr>
      </p:pic>
      <p:pic>
        <p:nvPicPr>
          <p:cNvPr id="326" name="Image 115" descr="preencoded.png"/>
          <p:cNvPicPr>
            <a:picLocks noChangeAspect="1"/>
          </p:cNvPicPr>
          <p:nvPr/>
        </p:nvPicPr>
        <p:blipFill>
          <a:blip r:embed="rId111"/>
          <a:stretch>
            <a:fillRect/>
          </a:stretch>
        </p:blipFill>
        <p:spPr>
          <a:xfrm>
            <a:off x="3629254" y="5368442"/>
            <a:ext cx="806501" cy="886054"/>
          </a:xfrm>
          <a:prstGeom prst="rect">
            <a:avLst/>
          </a:prstGeom>
        </p:spPr>
      </p:pic>
      <p:pic>
        <p:nvPicPr>
          <p:cNvPr id="327" name="Image 116" descr="preencoded.png"/>
          <p:cNvPicPr>
            <a:picLocks noChangeAspect="1"/>
          </p:cNvPicPr>
          <p:nvPr/>
        </p:nvPicPr>
        <p:blipFill>
          <a:blip r:embed="rId112"/>
          <a:stretch>
            <a:fillRect/>
          </a:stretch>
        </p:blipFill>
        <p:spPr>
          <a:xfrm>
            <a:off x="4648810" y="5397703"/>
            <a:ext cx="1452982" cy="35662"/>
          </a:xfrm>
          <a:prstGeom prst="rect">
            <a:avLst/>
          </a:prstGeom>
        </p:spPr>
      </p:pic>
      <p:pic>
        <p:nvPicPr>
          <p:cNvPr id="328" name="Image 117" descr="preencoded.png"/>
          <p:cNvPicPr>
            <a:picLocks noChangeAspect="1"/>
          </p:cNvPicPr>
          <p:nvPr/>
        </p:nvPicPr>
        <p:blipFill>
          <a:blip r:embed="rId113"/>
          <a:stretch>
            <a:fillRect/>
          </a:stretch>
        </p:blipFill>
        <p:spPr>
          <a:xfrm>
            <a:off x="3853282" y="5423306"/>
            <a:ext cx="585216" cy="336499"/>
          </a:xfrm>
          <a:prstGeom prst="rect">
            <a:avLst/>
          </a:prstGeom>
        </p:spPr>
      </p:pic>
      <p:pic>
        <p:nvPicPr>
          <p:cNvPr id="329" name="Image 118" descr="preencoded.png"/>
          <p:cNvPicPr>
            <a:picLocks noChangeAspect="1"/>
          </p:cNvPicPr>
          <p:nvPr/>
        </p:nvPicPr>
        <p:blipFill>
          <a:blip r:embed="rId114"/>
          <a:stretch>
            <a:fillRect/>
          </a:stretch>
        </p:blipFill>
        <p:spPr>
          <a:xfrm>
            <a:off x="3667658" y="5428793"/>
            <a:ext cx="88697" cy="576072"/>
          </a:xfrm>
          <a:prstGeom prst="rect">
            <a:avLst/>
          </a:prstGeom>
        </p:spPr>
      </p:pic>
      <p:pic>
        <p:nvPicPr>
          <p:cNvPr id="331" name="Image 120" descr="preencoded.png"/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1366114" y="5465369"/>
            <a:ext cx="2737714" cy="823874"/>
          </a:xfrm>
          <a:prstGeom prst="rect">
            <a:avLst/>
          </a:prstGeom>
        </p:spPr>
      </p:pic>
      <p:pic>
        <p:nvPicPr>
          <p:cNvPr id="333" name="Image 122" descr="preencoded.png"/>
          <p:cNvPicPr>
            <a:picLocks noChangeAspect="1"/>
          </p:cNvPicPr>
          <p:nvPr/>
        </p:nvPicPr>
        <p:blipFill>
          <a:blip r:embed="rId116"/>
          <a:stretch>
            <a:fillRect/>
          </a:stretch>
        </p:blipFill>
        <p:spPr>
          <a:xfrm>
            <a:off x="6441034" y="5654650"/>
            <a:ext cx="2445106" cy="141732"/>
          </a:xfrm>
          <a:prstGeom prst="rect">
            <a:avLst/>
          </a:prstGeom>
        </p:spPr>
      </p:pic>
      <p:pic>
        <p:nvPicPr>
          <p:cNvPr id="334" name="Image 123" descr="preencoded.png"/>
          <p:cNvPicPr>
            <a:picLocks noChangeAspect="1"/>
          </p:cNvPicPr>
          <p:nvPr/>
        </p:nvPicPr>
        <p:blipFill>
          <a:blip r:embed="rId117"/>
          <a:stretch>
            <a:fillRect/>
          </a:stretch>
        </p:blipFill>
        <p:spPr>
          <a:xfrm>
            <a:off x="5687568" y="5661965"/>
            <a:ext cx="823874" cy="540410"/>
          </a:xfrm>
          <a:prstGeom prst="rect">
            <a:avLst/>
          </a:prstGeom>
        </p:spPr>
      </p:pic>
      <p:pic>
        <p:nvPicPr>
          <p:cNvPr id="335" name="Image 124" descr="preencoded.png"/>
          <p:cNvPicPr>
            <a:picLocks noChangeAspect="1"/>
          </p:cNvPicPr>
          <p:nvPr/>
        </p:nvPicPr>
        <p:blipFill>
          <a:blip r:embed="rId118"/>
          <a:stretch>
            <a:fillRect/>
          </a:stretch>
        </p:blipFill>
        <p:spPr>
          <a:xfrm>
            <a:off x="4290365" y="5704027"/>
            <a:ext cx="239573" cy="124358"/>
          </a:xfrm>
          <a:prstGeom prst="rect">
            <a:avLst/>
          </a:prstGeom>
        </p:spPr>
      </p:pic>
      <p:pic>
        <p:nvPicPr>
          <p:cNvPr id="338" name="Image 127" descr="preencoded.png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5603443" y="5873191"/>
            <a:ext cx="2746858" cy="619963"/>
          </a:xfrm>
          <a:prstGeom prst="rect">
            <a:avLst/>
          </a:prstGeom>
        </p:spPr>
      </p:pic>
      <p:pic>
        <p:nvPicPr>
          <p:cNvPr id="339" name="Image 128" descr="preencoded.png"/>
          <p:cNvPicPr>
            <a:picLocks noChangeAspect="1"/>
          </p:cNvPicPr>
          <p:nvPr/>
        </p:nvPicPr>
        <p:blipFill>
          <a:blip r:embed="rId120"/>
          <a:stretch>
            <a:fillRect/>
          </a:stretch>
        </p:blipFill>
        <p:spPr>
          <a:xfrm>
            <a:off x="3629254" y="5907024"/>
            <a:ext cx="106070" cy="132588"/>
          </a:xfrm>
          <a:prstGeom prst="rect">
            <a:avLst/>
          </a:prstGeom>
        </p:spPr>
      </p:pic>
      <p:pic>
        <p:nvPicPr>
          <p:cNvPr id="340" name="Image 129" descr="preencoded.png"/>
          <p:cNvPicPr>
            <a:picLocks noChangeAspect="1"/>
          </p:cNvPicPr>
          <p:nvPr/>
        </p:nvPicPr>
        <p:blipFill>
          <a:blip r:embed="rId121"/>
          <a:stretch>
            <a:fillRect/>
          </a:stretch>
        </p:blipFill>
        <p:spPr>
          <a:xfrm>
            <a:off x="5695798" y="5909767"/>
            <a:ext cx="753466" cy="328270"/>
          </a:xfrm>
          <a:prstGeom prst="rect">
            <a:avLst/>
          </a:prstGeom>
        </p:spPr>
      </p:pic>
      <p:pic>
        <p:nvPicPr>
          <p:cNvPr id="344" name="Image 133" descr="preencoded.png"/>
          <p:cNvPicPr>
            <a:picLocks noChangeAspect="1"/>
          </p:cNvPicPr>
          <p:nvPr/>
        </p:nvPicPr>
        <p:blipFill>
          <a:blip r:embed="rId122"/>
          <a:stretch>
            <a:fillRect/>
          </a:stretch>
        </p:blipFill>
        <p:spPr>
          <a:xfrm>
            <a:off x="3275381" y="5975604"/>
            <a:ext cx="141732" cy="319126"/>
          </a:xfrm>
          <a:prstGeom prst="rect">
            <a:avLst/>
          </a:prstGeom>
        </p:spPr>
      </p:pic>
      <p:pic>
        <p:nvPicPr>
          <p:cNvPr id="345" name="Image 134" descr="preencoded.png"/>
          <p:cNvPicPr>
            <a:picLocks noChangeAspect="1"/>
          </p:cNvPicPr>
          <p:nvPr/>
        </p:nvPicPr>
        <p:blipFill>
          <a:blip r:embed="rId123"/>
          <a:stretch>
            <a:fillRect/>
          </a:stretch>
        </p:blipFill>
        <p:spPr>
          <a:xfrm>
            <a:off x="1439266" y="6273851"/>
            <a:ext cx="1860804" cy="26518"/>
          </a:xfrm>
          <a:prstGeom prst="rect">
            <a:avLst/>
          </a:prstGeom>
        </p:spPr>
      </p:pic>
      <p:pic>
        <p:nvPicPr>
          <p:cNvPr id="347" name="Image 136" descr="preencoded.png"/>
          <p:cNvPicPr>
            <a:picLocks noChangeAspect="1"/>
          </p:cNvPicPr>
          <p:nvPr/>
        </p:nvPicPr>
        <p:blipFill>
          <a:blip r:embed="rId124"/>
          <a:stretch>
            <a:fillRect/>
          </a:stretch>
        </p:blipFill>
        <p:spPr>
          <a:xfrm>
            <a:off x="7352690" y="555041"/>
            <a:ext cx="35662" cy="17374"/>
          </a:xfrm>
          <a:prstGeom prst="rect">
            <a:avLst/>
          </a:prstGeom>
        </p:spPr>
      </p:pic>
      <p:pic>
        <p:nvPicPr>
          <p:cNvPr id="348" name="Image 137" descr="preencoded.png"/>
          <p:cNvPicPr>
            <a:picLocks noChangeAspect="1"/>
          </p:cNvPicPr>
          <p:nvPr/>
        </p:nvPicPr>
        <p:blipFill>
          <a:blip r:embed="rId125"/>
          <a:stretch>
            <a:fillRect/>
          </a:stretch>
        </p:blipFill>
        <p:spPr>
          <a:xfrm>
            <a:off x="7240219" y="600761"/>
            <a:ext cx="53035" cy="141732"/>
          </a:xfrm>
          <a:prstGeom prst="rect">
            <a:avLst/>
          </a:prstGeom>
        </p:spPr>
      </p:pic>
      <p:pic>
        <p:nvPicPr>
          <p:cNvPr id="349" name="Image 138" descr="preencoded.png"/>
          <p:cNvPicPr>
            <a:picLocks noChangeAspect="1"/>
          </p:cNvPicPr>
          <p:nvPr/>
        </p:nvPicPr>
        <p:blipFill>
          <a:blip r:embed="rId126"/>
          <a:stretch>
            <a:fillRect/>
          </a:stretch>
        </p:blipFill>
        <p:spPr>
          <a:xfrm>
            <a:off x="4389120" y="2322576"/>
            <a:ext cx="26518" cy="26518"/>
          </a:xfrm>
          <a:prstGeom prst="rect">
            <a:avLst/>
          </a:prstGeom>
        </p:spPr>
      </p:pic>
      <p:pic>
        <p:nvPicPr>
          <p:cNvPr id="350" name="Image 139" descr="preencoded.png"/>
          <p:cNvPicPr>
            <a:picLocks noChangeAspect="1"/>
          </p:cNvPicPr>
          <p:nvPr/>
        </p:nvPicPr>
        <p:blipFill>
          <a:blip r:embed="rId127"/>
          <a:stretch>
            <a:fillRect/>
          </a:stretch>
        </p:blipFill>
        <p:spPr>
          <a:xfrm>
            <a:off x="4238244" y="2310689"/>
            <a:ext cx="26518" cy="26518"/>
          </a:xfrm>
          <a:prstGeom prst="rect">
            <a:avLst/>
          </a:prstGeom>
        </p:spPr>
      </p:pic>
      <p:pic>
        <p:nvPicPr>
          <p:cNvPr id="351" name="Image 140" descr="preencoded.png"/>
          <p:cNvPicPr>
            <a:picLocks noChangeAspect="1"/>
          </p:cNvPicPr>
          <p:nvPr/>
        </p:nvPicPr>
        <p:blipFill>
          <a:blip r:embed="rId128"/>
          <a:stretch>
            <a:fillRect/>
          </a:stretch>
        </p:blipFill>
        <p:spPr>
          <a:xfrm>
            <a:off x="3785616" y="2143354"/>
            <a:ext cx="230429" cy="35662"/>
          </a:xfrm>
          <a:prstGeom prst="rect">
            <a:avLst/>
          </a:prstGeom>
        </p:spPr>
      </p:pic>
      <p:pic>
        <p:nvPicPr>
          <p:cNvPr id="352" name="Image 141" descr="preencoded.png"/>
          <p:cNvPicPr>
            <a:picLocks noChangeAspect="1"/>
          </p:cNvPicPr>
          <p:nvPr/>
        </p:nvPicPr>
        <p:blipFill>
          <a:blip r:embed="rId129"/>
          <a:stretch>
            <a:fillRect/>
          </a:stretch>
        </p:blipFill>
        <p:spPr>
          <a:xfrm>
            <a:off x="3787445" y="2295144"/>
            <a:ext cx="230429" cy="35662"/>
          </a:xfrm>
          <a:prstGeom prst="rect">
            <a:avLst/>
          </a:prstGeom>
        </p:spPr>
      </p:pic>
      <p:pic>
        <p:nvPicPr>
          <p:cNvPr id="353" name="Image 142" descr="preencoded.png"/>
          <p:cNvPicPr>
            <a:picLocks noChangeAspect="1"/>
          </p:cNvPicPr>
          <p:nvPr/>
        </p:nvPicPr>
        <p:blipFill>
          <a:blip r:embed="rId130"/>
          <a:stretch>
            <a:fillRect/>
          </a:stretch>
        </p:blipFill>
        <p:spPr>
          <a:xfrm>
            <a:off x="4668926" y="3528670"/>
            <a:ext cx="26518" cy="79553"/>
          </a:xfrm>
          <a:prstGeom prst="rect">
            <a:avLst/>
          </a:prstGeom>
        </p:spPr>
      </p:pic>
      <p:pic>
        <p:nvPicPr>
          <p:cNvPr id="354" name="Image 143" descr="preencoded.png"/>
          <p:cNvPicPr>
            <a:picLocks noChangeAspect="1"/>
          </p:cNvPicPr>
          <p:nvPr/>
        </p:nvPicPr>
        <p:blipFill>
          <a:blip r:embed="rId131"/>
          <a:stretch>
            <a:fillRect/>
          </a:stretch>
        </p:blipFill>
        <p:spPr>
          <a:xfrm>
            <a:off x="10633558" y="3742639"/>
            <a:ext cx="71323" cy="88697"/>
          </a:xfrm>
          <a:prstGeom prst="rect">
            <a:avLst/>
          </a:prstGeom>
        </p:spPr>
      </p:pic>
      <p:pic>
        <p:nvPicPr>
          <p:cNvPr id="355" name="Image 144" descr="preencoded.png"/>
          <p:cNvPicPr>
            <a:picLocks noChangeAspect="1"/>
          </p:cNvPicPr>
          <p:nvPr/>
        </p:nvPicPr>
        <p:blipFill>
          <a:blip r:embed="rId132"/>
          <a:stretch>
            <a:fillRect/>
          </a:stretch>
        </p:blipFill>
        <p:spPr>
          <a:xfrm>
            <a:off x="4222699" y="3905402"/>
            <a:ext cx="43891" cy="17374"/>
          </a:xfrm>
          <a:prstGeom prst="rect">
            <a:avLst/>
          </a:prstGeom>
        </p:spPr>
      </p:pic>
      <p:pic>
        <p:nvPicPr>
          <p:cNvPr id="356" name="Image 145" descr="preencoded.png"/>
          <p:cNvPicPr>
            <a:picLocks noChangeAspect="1"/>
          </p:cNvPicPr>
          <p:nvPr/>
        </p:nvPicPr>
        <p:blipFill>
          <a:blip r:embed="rId133"/>
          <a:stretch>
            <a:fillRect/>
          </a:stretch>
        </p:blipFill>
        <p:spPr>
          <a:xfrm>
            <a:off x="4209898" y="5836615"/>
            <a:ext cx="53035" cy="203911"/>
          </a:xfrm>
          <a:prstGeom prst="rect">
            <a:avLst/>
          </a:prstGeom>
        </p:spPr>
      </p:pic>
      <p:pic>
        <p:nvPicPr>
          <p:cNvPr id="357" name="Image 146" descr="preencoded.png"/>
          <p:cNvPicPr>
            <a:picLocks noChangeAspect="1"/>
          </p:cNvPicPr>
          <p:nvPr/>
        </p:nvPicPr>
        <p:blipFill>
          <a:blip r:embed="rId134"/>
          <a:stretch>
            <a:fillRect/>
          </a:stretch>
        </p:blipFill>
        <p:spPr>
          <a:xfrm>
            <a:off x="4090111" y="5894222"/>
            <a:ext cx="115214" cy="141732"/>
          </a:xfrm>
          <a:prstGeom prst="rect">
            <a:avLst/>
          </a:prstGeom>
        </p:spPr>
      </p:pic>
      <p:pic>
        <p:nvPicPr>
          <p:cNvPr id="358" name="Image 147" descr="preencoded.png"/>
          <p:cNvPicPr>
            <a:picLocks noChangeAspect="1"/>
          </p:cNvPicPr>
          <p:nvPr/>
        </p:nvPicPr>
        <p:blipFill>
          <a:blip r:embed="rId135">
            <a:biLevel thresh="50000"/>
          </a:blip>
          <a:stretch>
            <a:fillRect/>
          </a:stretch>
        </p:blipFill>
        <p:spPr>
          <a:xfrm>
            <a:off x="5992978" y="5966460"/>
            <a:ext cx="115214" cy="194767"/>
          </a:xfrm>
          <a:prstGeom prst="rect">
            <a:avLst/>
          </a:prstGeom>
        </p:spPr>
      </p:pic>
      <p:pic>
        <p:nvPicPr>
          <p:cNvPr id="359" name="Image 148" descr="preencoded.png"/>
          <p:cNvPicPr>
            <a:picLocks noChangeAspect="1"/>
          </p:cNvPicPr>
          <p:nvPr/>
        </p:nvPicPr>
        <p:blipFill>
          <a:blip r:embed="rId136"/>
          <a:stretch>
            <a:fillRect/>
          </a:stretch>
        </p:blipFill>
        <p:spPr>
          <a:xfrm>
            <a:off x="7918703" y="258302"/>
            <a:ext cx="2104035" cy="635739"/>
          </a:xfrm>
          <a:prstGeom prst="rect">
            <a:avLst/>
          </a:prstGeom>
        </p:spPr>
      </p:pic>
      <p:sp>
        <p:nvSpPr>
          <p:cNvPr id="360" name="Shape 209"/>
          <p:cNvSpPr/>
          <p:nvPr/>
        </p:nvSpPr>
        <p:spPr>
          <a:xfrm rot="6000">
            <a:off x="6942125" y="342900"/>
            <a:ext cx="28346" cy="502920"/>
          </a:xfrm>
          <a:prstGeom prst="roundRect">
            <a:avLst/>
          </a:prstGeom>
          <a:solidFill>
            <a:srgbClr val="5E6973"/>
          </a:solidFill>
          <a:ln/>
        </p:spPr>
      </p:sp>
      <p:pic>
        <p:nvPicPr>
          <p:cNvPr id="361" name="Image 149" descr="preencoded.png"/>
          <p:cNvPicPr>
            <a:picLocks noChangeAspect="1"/>
          </p:cNvPicPr>
          <p:nvPr/>
        </p:nvPicPr>
        <p:blipFill>
          <a:blip r:embed="rId137"/>
          <a:stretch>
            <a:fillRect/>
          </a:stretch>
        </p:blipFill>
        <p:spPr>
          <a:xfrm>
            <a:off x="6750101" y="351130"/>
            <a:ext cx="194767" cy="496519"/>
          </a:xfrm>
          <a:prstGeom prst="rect">
            <a:avLst/>
          </a:prstGeom>
        </p:spPr>
      </p:pic>
      <p:sp>
        <p:nvSpPr>
          <p:cNvPr id="362" name="Shape 210"/>
          <p:cNvSpPr/>
          <p:nvPr/>
        </p:nvSpPr>
        <p:spPr>
          <a:xfrm>
            <a:off x="7028078" y="384048"/>
            <a:ext cx="34747" cy="426110"/>
          </a:xfrm>
          <a:prstGeom prst="roundRect">
            <a:avLst/>
          </a:prstGeom>
          <a:solidFill>
            <a:srgbClr val="5E6973"/>
          </a:solidFill>
          <a:ln/>
        </p:spPr>
      </p:sp>
      <p:sp>
        <p:nvSpPr>
          <p:cNvPr id="363" name="Shape 211"/>
          <p:cNvSpPr/>
          <p:nvPr/>
        </p:nvSpPr>
        <p:spPr>
          <a:xfrm rot="-6000">
            <a:off x="7135063" y="384962"/>
            <a:ext cx="37490" cy="425196"/>
          </a:xfrm>
          <a:prstGeom prst="roundRect">
            <a:avLst/>
          </a:prstGeom>
          <a:solidFill>
            <a:srgbClr val="5E6973"/>
          </a:solidFill>
          <a:ln/>
        </p:spPr>
      </p:sp>
      <p:pic>
        <p:nvPicPr>
          <p:cNvPr id="364" name="Image 150" descr="preencoded.png"/>
          <p:cNvPicPr>
            <a:picLocks noChangeAspect="1"/>
          </p:cNvPicPr>
          <p:nvPr/>
        </p:nvPicPr>
        <p:blipFill>
          <a:blip r:embed="rId138"/>
          <a:stretch>
            <a:fillRect/>
          </a:stretch>
        </p:blipFill>
        <p:spPr>
          <a:xfrm>
            <a:off x="7352690" y="384048"/>
            <a:ext cx="35662" cy="185623"/>
          </a:xfrm>
          <a:prstGeom prst="rect">
            <a:avLst/>
          </a:prstGeom>
        </p:spPr>
      </p:pic>
      <p:sp>
        <p:nvSpPr>
          <p:cNvPr id="365" name="Shape 212"/>
          <p:cNvSpPr/>
          <p:nvPr/>
        </p:nvSpPr>
        <p:spPr>
          <a:xfrm>
            <a:off x="7459675" y="384048"/>
            <a:ext cx="35662" cy="426110"/>
          </a:xfrm>
          <a:prstGeom prst="roundRect">
            <a:avLst/>
          </a:prstGeom>
          <a:solidFill>
            <a:srgbClr val="5E6973"/>
          </a:solidFill>
          <a:ln/>
        </p:spPr>
      </p:sp>
      <p:sp>
        <p:nvSpPr>
          <p:cNvPr id="366" name="Shape 213"/>
          <p:cNvSpPr/>
          <p:nvPr/>
        </p:nvSpPr>
        <p:spPr>
          <a:xfrm>
            <a:off x="7566660" y="384048"/>
            <a:ext cx="37490" cy="427025"/>
          </a:xfrm>
          <a:prstGeom prst="roundRect">
            <a:avLst/>
          </a:prstGeom>
          <a:solidFill>
            <a:srgbClr val="5E6973"/>
          </a:solidFill>
          <a:ln/>
        </p:spPr>
      </p:sp>
      <p:pic>
        <p:nvPicPr>
          <p:cNvPr id="367" name="Image 151" descr="preencoded.png"/>
          <p:cNvPicPr>
            <a:picLocks noChangeAspect="1"/>
          </p:cNvPicPr>
          <p:nvPr/>
        </p:nvPicPr>
        <p:blipFill>
          <a:blip r:embed="rId139"/>
          <a:stretch>
            <a:fillRect/>
          </a:stretch>
        </p:blipFill>
        <p:spPr>
          <a:xfrm>
            <a:off x="7241134" y="385877"/>
            <a:ext cx="35662" cy="159106"/>
          </a:xfrm>
          <a:prstGeom prst="rect">
            <a:avLst/>
          </a:prstGeom>
        </p:spPr>
      </p:pic>
      <p:sp>
        <p:nvSpPr>
          <p:cNvPr id="368" name="Shape 214"/>
          <p:cNvSpPr/>
          <p:nvPr/>
        </p:nvSpPr>
        <p:spPr>
          <a:xfrm>
            <a:off x="7674559" y="386791"/>
            <a:ext cx="36576" cy="426110"/>
          </a:xfrm>
          <a:prstGeom prst="roundRect">
            <a:avLst/>
          </a:prstGeom>
          <a:solidFill>
            <a:srgbClr val="5E6973"/>
          </a:solidFill>
          <a:ln/>
        </p:spPr>
      </p:sp>
      <p:pic>
        <p:nvPicPr>
          <p:cNvPr id="369" name="Image 152" descr="preencoded.png"/>
          <p:cNvPicPr>
            <a:picLocks noChangeAspect="1"/>
          </p:cNvPicPr>
          <p:nvPr/>
        </p:nvPicPr>
        <p:blipFill>
          <a:blip r:embed="rId140"/>
          <a:stretch>
            <a:fillRect/>
          </a:stretch>
        </p:blipFill>
        <p:spPr>
          <a:xfrm>
            <a:off x="7206386" y="443484"/>
            <a:ext cx="177394" cy="292608"/>
          </a:xfrm>
          <a:prstGeom prst="rect">
            <a:avLst/>
          </a:prstGeom>
        </p:spPr>
      </p:pic>
      <p:pic>
        <p:nvPicPr>
          <p:cNvPr id="370" name="Image 153" descr="preencoded.png"/>
          <p:cNvPicPr>
            <a:picLocks noChangeAspect="1"/>
          </p:cNvPicPr>
          <p:nvPr/>
        </p:nvPicPr>
        <p:blipFill>
          <a:blip r:embed="rId141"/>
          <a:stretch>
            <a:fillRect/>
          </a:stretch>
        </p:blipFill>
        <p:spPr>
          <a:xfrm>
            <a:off x="1726387" y="448970"/>
            <a:ext cx="62179" cy="141732"/>
          </a:xfrm>
          <a:prstGeom prst="rect">
            <a:avLst/>
          </a:prstGeom>
        </p:spPr>
      </p:pic>
      <p:pic>
        <p:nvPicPr>
          <p:cNvPr id="371" name="Image 154" descr="preencoded.png"/>
          <p:cNvPicPr>
            <a:picLocks noChangeAspect="1"/>
          </p:cNvPicPr>
          <p:nvPr/>
        </p:nvPicPr>
        <p:blipFill>
          <a:blip r:embed="rId142"/>
          <a:stretch>
            <a:fillRect/>
          </a:stretch>
        </p:blipFill>
        <p:spPr>
          <a:xfrm>
            <a:off x="1630375" y="537667"/>
            <a:ext cx="88697" cy="53035"/>
          </a:xfrm>
          <a:prstGeom prst="rect">
            <a:avLst/>
          </a:prstGeom>
        </p:spPr>
      </p:pic>
      <p:pic>
        <p:nvPicPr>
          <p:cNvPr id="372" name="Image 155" descr="preencoded.png"/>
          <p:cNvPicPr>
            <a:picLocks noChangeAspect="1"/>
          </p:cNvPicPr>
          <p:nvPr/>
        </p:nvPicPr>
        <p:blipFill>
          <a:blip r:embed="rId143"/>
          <a:stretch>
            <a:fillRect/>
          </a:stretch>
        </p:blipFill>
        <p:spPr>
          <a:xfrm>
            <a:off x="1795882" y="538582"/>
            <a:ext cx="88697" cy="43891"/>
          </a:xfrm>
          <a:prstGeom prst="rect">
            <a:avLst/>
          </a:prstGeom>
        </p:spPr>
      </p:pic>
      <p:pic>
        <p:nvPicPr>
          <p:cNvPr id="373" name="Image 156" descr="preencoded.png"/>
          <p:cNvPicPr>
            <a:picLocks noChangeAspect="1"/>
          </p:cNvPicPr>
          <p:nvPr/>
        </p:nvPicPr>
        <p:blipFill>
          <a:blip r:embed="rId144"/>
          <a:stretch>
            <a:fillRect/>
          </a:stretch>
        </p:blipFill>
        <p:spPr>
          <a:xfrm>
            <a:off x="7351776" y="579730"/>
            <a:ext cx="35662" cy="230429"/>
          </a:xfrm>
          <a:prstGeom prst="rect">
            <a:avLst/>
          </a:prstGeom>
        </p:spPr>
      </p:pic>
      <p:pic>
        <p:nvPicPr>
          <p:cNvPr id="374" name="Image 157" descr="preencoded.png"/>
          <p:cNvPicPr>
            <a:picLocks noChangeAspect="1"/>
          </p:cNvPicPr>
          <p:nvPr/>
        </p:nvPicPr>
        <p:blipFill>
          <a:blip r:embed="rId145"/>
          <a:stretch>
            <a:fillRect/>
          </a:stretch>
        </p:blipFill>
        <p:spPr>
          <a:xfrm>
            <a:off x="1729130" y="593446"/>
            <a:ext cx="487375" cy="221285"/>
          </a:xfrm>
          <a:prstGeom prst="rect">
            <a:avLst/>
          </a:prstGeom>
        </p:spPr>
      </p:pic>
      <p:pic>
        <p:nvPicPr>
          <p:cNvPr id="375" name="Image 158" descr="preencoded.png"/>
          <p:cNvPicPr>
            <a:picLocks noChangeAspect="1"/>
          </p:cNvPicPr>
          <p:nvPr/>
        </p:nvPicPr>
        <p:blipFill>
          <a:blip r:embed="rId146"/>
          <a:stretch>
            <a:fillRect/>
          </a:stretch>
        </p:blipFill>
        <p:spPr>
          <a:xfrm>
            <a:off x="7236562" y="605333"/>
            <a:ext cx="53035" cy="124358"/>
          </a:xfrm>
          <a:prstGeom prst="rect">
            <a:avLst/>
          </a:prstGeom>
        </p:spPr>
      </p:pic>
      <p:pic>
        <p:nvPicPr>
          <p:cNvPr id="376" name="Image 159" descr="preencoded.png"/>
          <p:cNvPicPr>
            <a:picLocks noChangeAspect="1"/>
          </p:cNvPicPr>
          <p:nvPr/>
        </p:nvPicPr>
        <p:blipFill>
          <a:blip r:embed="rId147"/>
          <a:stretch>
            <a:fillRect/>
          </a:stretch>
        </p:blipFill>
        <p:spPr>
          <a:xfrm>
            <a:off x="1713586" y="610819"/>
            <a:ext cx="35662" cy="53035"/>
          </a:xfrm>
          <a:prstGeom prst="rect">
            <a:avLst/>
          </a:prstGeom>
        </p:spPr>
      </p:pic>
      <p:pic>
        <p:nvPicPr>
          <p:cNvPr id="377" name="Image 160" descr="preencoded.png"/>
          <p:cNvPicPr>
            <a:picLocks noChangeAspect="1"/>
          </p:cNvPicPr>
          <p:nvPr/>
        </p:nvPicPr>
        <p:blipFill>
          <a:blip r:embed="rId148"/>
          <a:stretch>
            <a:fillRect/>
          </a:stretch>
        </p:blipFill>
        <p:spPr>
          <a:xfrm>
            <a:off x="1723644" y="615391"/>
            <a:ext cx="79553" cy="71323"/>
          </a:xfrm>
          <a:prstGeom prst="rect">
            <a:avLst/>
          </a:prstGeom>
        </p:spPr>
      </p:pic>
      <p:sp>
        <p:nvSpPr>
          <p:cNvPr id="378" name="Shape 215"/>
          <p:cNvSpPr/>
          <p:nvPr/>
        </p:nvSpPr>
        <p:spPr>
          <a:xfrm rot="6000">
            <a:off x="1706270" y="696773"/>
            <a:ext cx="103327" cy="66751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379" name="Image 161" descr="preencoded.png"/>
          <p:cNvPicPr>
            <a:picLocks noChangeAspect="1"/>
          </p:cNvPicPr>
          <p:nvPr/>
        </p:nvPicPr>
        <p:blipFill>
          <a:blip r:embed="rId149"/>
          <a:stretch>
            <a:fillRect/>
          </a:stretch>
        </p:blipFill>
        <p:spPr>
          <a:xfrm>
            <a:off x="1572768" y="700430"/>
            <a:ext cx="124358" cy="62179"/>
          </a:xfrm>
          <a:prstGeom prst="rect">
            <a:avLst/>
          </a:prstGeom>
        </p:spPr>
      </p:pic>
      <p:pic>
        <p:nvPicPr>
          <p:cNvPr id="380" name="Image 162" descr="preencoded.png"/>
          <p:cNvPicPr>
            <a:picLocks noChangeAspect="1"/>
          </p:cNvPicPr>
          <p:nvPr/>
        </p:nvPicPr>
        <p:blipFill>
          <a:blip r:embed="rId150"/>
          <a:stretch>
            <a:fillRect/>
          </a:stretch>
        </p:blipFill>
        <p:spPr>
          <a:xfrm>
            <a:off x="1816913" y="700430"/>
            <a:ext cx="124358" cy="62179"/>
          </a:xfrm>
          <a:prstGeom prst="rect">
            <a:avLst/>
          </a:prstGeom>
        </p:spPr>
      </p:pic>
      <p:pic>
        <p:nvPicPr>
          <p:cNvPr id="381" name="Image 163" descr="preencoded.png"/>
          <p:cNvPicPr>
            <a:picLocks noChangeAspect="1"/>
          </p:cNvPicPr>
          <p:nvPr/>
        </p:nvPicPr>
        <p:blipFill>
          <a:blip r:embed="rId151"/>
          <a:stretch>
            <a:fillRect/>
          </a:stretch>
        </p:blipFill>
        <p:spPr>
          <a:xfrm>
            <a:off x="7242048" y="699516"/>
            <a:ext cx="35662" cy="106070"/>
          </a:xfrm>
          <a:prstGeom prst="rect">
            <a:avLst/>
          </a:prstGeom>
        </p:spPr>
      </p:pic>
      <p:pic>
        <p:nvPicPr>
          <p:cNvPr id="382" name="Image 164" descr="preencoded.png"/>
          <p:cNvPicPr>
            <a:picLocks noChangeAspect="1"/>
          </p:cNvPicPr>
          <p:nvPr/>
        </p:nvPicPr>
        <p:blipFill>
          <a:blip r:embed="rId152"/>
          <a:stretch>
            <a:fillRect/>
          </a:stretch>
        </p:blipFill>
        <p:spPr>
          <a:xfrm>
            <a:off x="1974190" y="769925"/>
            <a:ext cx="266090" cy="79553"/>
          </a:xfrm>
          <a:prstGeom prst="rect">
            <a:avLst/>
          </a:prstGeom>
        </p:spPr>
      </p:pic>
      <p:pic>
        <p:nvPicPr>
          <p:cNvPr id="383" name="Image 165" descr="preencoded.png"/>
          <p:cNvPicPr>
            <a:picLocks noChangeAspect="1"/>
          </p:cNvPicPr>
          <p:nvPr/>
        </p:nvPicPr>
        <p:blipFill>
          <a:blip r:embed="rId153"/>
          <a:stretch>
            <a:fillRect/>
          </a:stretch>
        </p:blipFill>
        <p:spPr>
          <a:xfrm>
            <a:off x="1692554" y="770839"/>
            <a:ext cx="132588" cy="124358"/>
          </a:xfrm>
          <a:prstGeom prst="rect">
            <a:avLst/>
          </a:prstGeom>
        </p:spPr>
      </p:pic>
      <p:sp>
        <p:nvSpPr>
          <p:cNvPr id="384" name="Shape 216"/>
          <p:cNvSpPr/>
          <p:nvPr/>
        </p:nvSpPr>
        <p:spPr>
          <a:xfrm rot="-2628000">
            <a:off x="1712671" y="870509"/>
            <a:ext cx="89611" cy="89611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385" name="Image 166" descr="preencoded.png"/>
          <p:cNvPicPr>
            <a:picLocks noChangeAspect="1"/>
          </p:cNvPicPr>
          <p:nvPr/>
        </p:nvPicPr>
        <p:blipFill>
          <a:blip r:embed="rId154"/>
          <a:stretch>
            <a:fillRect/>
          </a:stretch>
        </p:blipFill>
        <p:spPr>
          <a:xfrm>
            <a:off x="1651406" y="929945"/>
            <a:ext cx="213055" cy="168250"/>
          </a:xfrm>
          <a:prstGeom prst="rect">
            <a:avLst/>
          </a:prstGeom>
        </p:spPr>
      </p:pic>
      <p:pic>
        <p:nvPicPr>
          <p:cNvPr id="386" name="Image 167" descr="preencoded.png"/>
          <p:cNvPicPr>
            <a:picLocks noChangeAspect="1"/>
          </p:cNvPicPr>
          <p:nvPr/>
        </p:nvPicPr>
        <p:blipFill>
          <a:blip r:embed="rId155"/>
          <a:stretch>
            <a:fillRect/>
          </a:stretch>
        </p:blipFill>
        <p:spPr>
          <a:xfrm>
            <a:off x="2341778" y="1012241"/>
            <a:ext cx="106070" cy="177394"/>
          </a:xfrm>
          <a:prstGeom prst="rect">
            <a:avLst/>
          </a:prstGeom>
        </p:spPr>
      </p:pic>
      <p:pic>
        <p:nvPicPr>
          <p:cNvPr id="387" name="Image 168" descr="preencoded.png"/>
          <p:cNvPicPr>
            <a:picLocks noChangeAspect="1"/>
          </p:cNvPicPr>
          <p:nvPr/>
        </p:nvPicPr>
        <p:blipFill>
          <a:blip r:embed="rId156"/>
          <a:stretch>
            <a:fillRect/>
          </a:stretch>
        </p:blipFill>
        <p:spPr>
          <a:xfrm>
            <a:off x="1612087" y="1107338"/>
            <a:ext cx="292608" cy="141732"/>
          </a:xfrm>
          <a:prstGeom prst="rect">
            <a:avLst/>
          </a:prstGeom>
        </p:spPr>
      </p:pic>
      <p:pic>
        <p:nvPicPr>
          <p:cNvPr id="388" name="Image 169" descr="preencoded.png"/>
          <p:cNvPicPr>
            <a:picLocks noChangeAspect="1"/>
          </p:cNvPicPr>
          <p:nvPr/>
        </p:nvPicPr>
        <p:blipFill>
          <a:blip r:embed="rId157"/>
          <a:stretch>
            <a:fillRect/>
          </a:stretch>
        </p:blipFill>
        <p:spPr>
          <a:xfrm>
            <a:off x="10995660" y="1341425"/>
            <a:ext cx="124358" cy="124358"/>
          </a:xfrm>
          <a:prstGeom prst="rect">
            <a:avLst/>
          </a:prstGeom>
        </p:spPr>
      </p:pic>
      <p:sp>
        <p:nvSpPr>
          <p:cNvPr id="389" name="Shape 217"/>
          <p:cNvSpPr/>
          <p:nvPr/>
        </p:nvSpPr>
        <p:spPr>
          <a:xfrm>
            <a:off x="10639044" y="1509674"/>
            <a:ext cx="56693" cy="79553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390" name="Shape 218"/>
          <p:cNvSpPr/>
          <p:nvPr/>
        </p:nvSpPr>
        <p:spPr>
          <a:xfrm rot="18000">
            <a:off x="10729570" y="1509674"/>
            <a:ext cx="57607" cy="7863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391" name="Shape 219"/>
          <p:cNvSpPr/>
          <p:nvPr/>
        </p:nvSpPr>
        <p:spPr>
          <a:xfrm rot="6000">
            <a:off x="10822838" y="1509674"/>
            <a:ext cx="57607" cy="79553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392" name="Shape 220"/>
          <p:cNvSpPr/>
          <p:nvPr/>
        </p:nvSpPr>
        <p:spPr>
          <a:xfrm rot="6000">
            <a:off x="11238890" y="1509674"/>
            <a:ext cx="55778" cy="77724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393" name="Shape 221"/>
          <p:cNvSpPr/>
          <p:nvPr/>
        </p:nvSpPr>
        <p:spPr>
          <a:xfrm rot="-6000">
            <a:off x="11333074" y="1508760"/>
            <a:ext cx="55778" cy="80467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394" name="Shape 222"/>
          <p:cNvSpPr/>
          <p:nvPr/>
        </p:nvSpPr>
        <p:spPr>
          <a:xfrm rot="-12000">
            <a:off x="11422685" y="1508760"/>
            <a:ext cx="56693" cy="79553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395" name="Image 170" descr="preencoded.png"/>
          <p:cNvPicPr>
            <a:picLocks noChangeAspect="1"/>
          </p:cNvPicPr>
          <p:nvPr/>
        </p:nvPicPr>
        <p:blipFill>
          <a:blip r:embed="rId158"/>
          <a:stretch>
            <a:fillRect/>
          </a:stretch>
        </p:blipFill>
        <p:spPr>
          <a:xfrm>
            <a:off x="10628071" y="1618488"/>
            <a:ext cx="79553" cy="106070"/>
          </a:xfrm>
          <a:prstGeom prst="rect">
            <a:avLst/>
          </a:prstGeom>
        </p:spPr>
      </p:pic>
      <p:sp>
        <p:nvSpPr>
          <p:cNvPr id="396" name="Shape 223"/>
          <p:cNvSpPr/>
          <p:nvPr/>
        </p:nvSpPr>
        <p:spPr>
          <a:xfrm>
            <a:off x="10730484" y="1629461"/>
            <a:ext cx="57607" cy="82296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397" name="Shape 224"/>
          <p:cNvSpPr/>
          <p:nvPr/>
        </p:nvSpPr>
        <p:spPr>
          <a:xfrm rot="42000">
            <a:off x="10822838" y="1629461"/>
            <a:ext cx="57607" cy="82296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398" name="Shape 225"/>
          <p:cNvSpPr/>
          <p:nvPr/>
        </p:nvSpPr>
        <p:spPr>
          <a:xfrm>
            <a:off x="11237976" y="1630375"/>
            <a:ext cx="56693" cy="80467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399" name="Shape 226"/>
          <p:cNvSpPr/>
          <p:nvPr/>
        </p:nvSpPr>
        <p:spPr>
          <a:xfrm rot="12000">
            <a:off x="11332159" y="1629461"/>
            <a:ext cx="55778" cy="80467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00" name="Shape 227"/>
          <p:cNvSpPr/>
          <p:nvPr/>
        </p:nvSpPr>
        <p:spPr>
          <a:xfrm rot="-18000">
            <a:off x="11424514" y="1629461"/>
            <a:ext cx="53950" cy="79553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01" name="Shape 228"/>
          <p:cNvSpPr/>
          <p:nvPr/>
        </p:nvSpPr>
        <p:spPr>
          <a:xfrm>
            <a:off x="11013948" y="1648663"/>
            <a:ext cx="93269" cy="133502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402" name="Image 171" descr="preencoded.png"/>
          <p:cNvPicPr>
            <a:picLocks noChangeAspect="1"/>
          </p:cNvPicPr>
          <p:nvPr/>
        </p:nvPicPr>
        <p:blipFill>
          <a:blip r:embed="rId159"/>
          <a:stretch>
            <a:fillRect/>
          </a:stretch>
        </p:blipFill>
        <p:spPr>
          <a:xfrm>
            <a:off x="4261104" y="2000707"/>
            <a:ext cx="372161" cy="416052"/>
          </a:xfrm>
          <a:prstGeom prst="rect">
            <a:avLst/>
          </a:prstGeom>
        </p:spPr>
      </p:pic>
      <p:pic>
        <p:nvPicPr>
          <p:cNvPr id="403" name="Image 172" descr="preencoded.png"/>
          <p:cNvPicPr>
            <a:picLocks noChangeAspect="1"/>
          </p:cNvPicPr>
          <p:nvPr/>
        </p:nvPicPr>
        <p:blipFill>
          <a:blip r:embed="rId160"/>
          <a:stretch>
            <a:fillRect/>
          </a:stretch>
        </p:blipFill>
        <p:spPr>
          <a:xfrm>
            <a:off x="1557223" y="2028139"/>
            <a:ext cx="540410" cy="292608"/>
          </a:xfrm>
          <a:prstGeom prst="rect">
            <a:avLst/>
          </a:prstGeom>
        </p:spPr>
      </p:pic>
      <p:pic>
        <p:nvPicPr>
          <p:cNvPr id="404" name="Image 173" descr="preencoded.png"/>
          <p:cNvPicPr>
            <a:picLocks noChangeAspect="1"/>
          </p:cNvPicPr>
          <p:nvPr/>
        </p:nvPicPr>
        <p:blipFill>
          <a:blip r:embed="rId161"/>
          <a:stretch>
            <a:fillRect/>
          </a:stretch>
        </p:blipFill>
        <p:spPr>
          <a:xfrm>
            <a:off x="3630168" y="2068373"/>
            <a:ext cx="115214" cy="283464"/>
          </a:xfrm>
          <a:prstGeom prst="rect">
            <a:avLst/>
          </a:prstGeom>
        </p:spPr>
      </p:pic>
      <p:pic>
        <p:nvPicPr>
          <p:cNvPr id="405" name="Image 174" descr="preencoded.png"/>
          <p:cNvPicPr>
            <a:picLocks noChangeAspect="1"/>
          </p:cNvPicPr>
          <p:nvPr/>
        </p:nvPicPr>
        <p:blipFill>
          <a:blip r:embed="rId162"/>
          <a:stretch>
            <a:fillRect/>
          </a:stretch>
        </p:blipFill>
        <p:spPr>
          <a:xfrm>
            <a:off x="4236415" y="2070202"/>
            <a:ext cx="26518" cy="266090"/>
          </a:xfrm>
          <a:prstGeom prst="rect">
            <a:avLst/>
          </a:prstGeom>
        </p:spPr>
      </p:pic>
      <p:pic>
        <p:nvPicPr>
          <p:cNvPr id="406" name="Image 175" descr="preencoded.png"/>
          <p:cNvPicPr>
            <a:picLocks noChangeAspect="1"/>
          </p:cNvPicPr>
          <p:nvPr/>
        </p:nvPicPr>
        <p:blipFill>
          <a:blip r:embed="rId163"/>
          <a:stretch>
            <a:fillRect/>
          </a:stretch>
        </p:blipFill>
        <p:spPr>
          <a:xfrm>
            <a:off x="3789274" y="2075688"/>
            <a:ext cx="230429" cy="53035"/>
          </a:xfrm>
          <a:prstGeom prst="rect">
            <a:avLst/>
          </a:prstGeom>
        </p:spPr>
      </p:pic>
      <p:sp>
        <p:nvSpPr>
          <p:cNvPr id="407" name="Shape 229"/>
          <p:cNvSpPr/>
          <p:nvPr/>
        </p:nvSpPr>
        <p:spPr>
          <a:xfrm rot="18000">
            <a:off x="3610966" y="2097634"/>
            <a:ext cx="18288" cy="225857"/>
          </a:xfrm>
          <a:prstGeom prst="roundRect">
            <a:avLst/>
          </a:prstGeom>
          <a:solidFill>
            <a:srgbClr val="575656"/>
          </a:solidFill>
          <a:ln/>
        </p:spPr>
      </p:sp>
      <p:pic>
        <p:nvPicPr>
          <p:cNvPr id="408" name="Image 176" descr="preencoded.png"/>
          <p:cNvPicPr>
            <a:picLocks noChangeAspect="1"/>
          </p:cNvPicPr>
          <p:nvPr/>
        </p:nvPicPr>
        <p:blipFill>
          <a:blip r:embed="rId164"/>
          <a:stretch>
            <a:fillRect/>
          </a:stretch>
        </p:blipFill>
        <p:spPr>
          <a:xfrm>
            <a:off x="3784702" y="2133295"/>
            <a:ext cx="239573" cy="26518"/>
          </a:xfrm>
          <a:prstGeom prst="rect">
            <a:avLst/>
          </a:prstGeom>
        </p:spPr>
      </p:pic>
      <p:pic>
        <p:nvPicPr>
          <p:cNvPr id="409" name="Image 177" descr="preencoded.png"/>
          <p:cNvPicPr>
            <a:picLocks noChangeAspect="1"/>
          </p:cNvPicPr>
          <p:nvPr/>
        </p:nvPicPr>
        <p:blipFill>
          <a:blip r:embed="rId165"/>
          <a:stretch>
            <a:fillRect/>
          </a:stretch>
        </p:blipFill>
        <p:spPr>
          <a:xfrm>
            <a:off x="4627778" y="2138782"/>
            <a:ext cx="71323" cy="141732"/>
          </a:xfrm>
          <a:prstGeom prst="rect">
            <a:avLst/>
          </a:prstGeom>
        </p:spPr>
      </p:pic>
      <p:pic>
        <p:nvPicPr>
          <p:cNvPr id="410" name="Image 178" descr="preencoded.png"/>
          <p:cNvPicPr>
            <a:picLocks noChangeAspect="1"/>
          </p:cNvPicPr>
          <p:nvPr/>
        </p:nvPicPr>
        <p:blipFill>
          <a:blip r:embed="rId166"/>
          <a:stretch>
            <a:fillRect/>
          </a:stretch>
        </p:blipFill>
        <p:spPr>
          <a:xfrm>
            <a:off x="3783787" y="2147926"/>
            <a:ext cx="230429" cy="159106"/>
          </a:xfrm>
          <a:prstGeom prst="rect">
            <a:avLst/>
          </a:prstGeom>
        </p:spPr>
      </p:pic>
      <p:pic>
        <p:nvPicPr>
          <p:cNvPr id="411" name="Image 179" descr="preencoded.png"/>
          <p:cNvPicPr>
            <a:picLocks noChangeAspect="1"/>
          </p:cNvPicPr>
          <p:nvPr/>
        </p:nvPicPr>
        <p:blipFill>
          <a:blip r:embed="rId167"/>
          <a:stretch>
            <a:fillRect/>
          </a:stretch>
        </p:blipFill>
        <p:spPr>
          <a:xfrm>
            <a:off x="3790188" y="2299716"/>
            <a:ext cx="221285" cy="26518"/>
          </a:xfrm>
          <a:prstGeom prst="rect">
            <a:avLst/>
          </a:prstGeom>
        </p:spPr>
      </p:pic>
      <p:pic>
        <p:nvPicPr>
          <p:cNvPr id="412" name="Image 180" descr="preencoded.png"/>
          <p:cNvPicPr>
            <a:picLocks noChangeAspect="1"/>
          </p:cNvPicPr>
          <p:nvPr/>
        </p:nvPicPr>
        <p:blipFill>
          <a:blip r:embed="rId168"/>
          <a:stretch>
            <a:fillRect/>
          </a:stretch>
        </p:blipFill>
        <p:spPr>
          <a:xfrm>
            <a:off x="4242816" y="2315261"/>
            <a:ext cx="17374" cy="26518"/>
          </a:xfrm>
          <a:prstGeom prst="rect">
            <a:avLst/>
          </a:prstGeom>
        </p:spPr>
      </p:pic>
      <p:pic>
        <p:nvPicPr>
          <p:cNvPr id="413" name="Image 181" descr="preencoded.png"/>
          <p:cNvPicPr>
            <a:picLocks noChangeAspect="1"/>
          </p:cNvPicPr>
          <p:nvPr/>
        </p:nvPicPr>
        <p:blipFill>
          <a:blip r:embed="rId169"/>
          <a:stretch>
            <a:fillRect/>
          </a:stretch>
        </p:blipFill>
        <p:spPr>
          <a:xfrm>
            <a:off x="3787445" y="2317090"/>
            <a:ext cx="230429" cy="26518"/>
          </a:xfrm>
          <a:prstGeom prst="rect">
            <a:avLst/>
          </a:prstGeom>
        </p:spPr>
      </p:pic>
      <p:pic>
        <p:nvPicPr>
          <p:cNvPr id="414" name="Image 182" descr="preencoded.png"/>
          <p:cNvPicPr>
            <a:picLocks noChangeAspect="1"/>
          </p:cNvPicPr>
          <p:nvPr/>
        </p:nvPicPr>
        <p:blipFill>
          <a:blip r:embed="rId170"/>
          <a:stretch>
            <a:fillRect/>
          </a:stretch>
        </p:blipFill>
        <p:spPr>
          <a:xfrm>
            <a:off x="4392778" y="2327148"/>
            <a:ext cx="17374" cy="17374"/>
          </a:xfrm>
          <a:prstGeom prst="rect">
            <a:avLst/>
          </a:prstGeom>
        </p:spPr>
      </p:pic>
      <p:pic>
        <p:nvPicPr>
          <p:cNvPr id="415" name="Image 183" descr="preencoded.png"/>
          <p:cNvPicPr>
            <a:picLocks noChangeAspect="1"/>
          </p:cNvPicPr>
          <p:nvPr/>
        </p:nvPicPr>
        <p:blipFill>
          <a:blip r:embed="rId171"/>
          <a:stretch>
            <a:fillRect/>
          </a:stretch>
        </p:blipFill>
        <p:spPr>
          <a:xfrm>
            <a:off x="7691933" y="2818181"/>
            <a:ext cx="97841" cy="230429"/>
          </a:xfrm>
          <a:prstGeom prst="rect">
            <a:avLst/>
          </a:prstGeom>
        </p:spPr>
      </p:pic>
      <p:pic>
        <p:nvPicPr>
          <p:cNvPr id="416" name="Image 184" descr="preencoded.png"/>
          <p:cNvPicPr>
            <a:picLocks noChangeAspect="1"/>
          </p:cNvPicPr>
          <p:nvPr/>
        </p:nvPicPr>
        <p:blipFill>
          <a:blip r:embed="rId172"/>
          <a:stretch>
            <a:fillRect/>
          </a:stretch>
        </p:blipFill>
        <p:spPr>
          <a:xfrm>
            <a:off x="7460590" y="2880360"/>
            <a:ext cx="124358" cy="168250"/>
          </a:xfrm>
          <a:prstGeom prst="rect">
            <a:avLst/>
          </a:prstGeom>
        </p:spPr>
      </p:pic>
      <p:pic>
        <p:nvPicPr>
          <p:cNvPr id="417" name="Image 185" descr="preencoded.png"/>
          <p:cNvPicPr>
            <a:picLocks noChangeAspect="1"/>
          </p:cNvPicPr>
          <p:nvPr/>
        </p:nvPicPr>
        <p:blipFill>
          <a:blip r:embed="rId173"/>
          <a:stretch>
            <a:fillRect/>
          </a:stretch>
        </p:blipFill>
        <p:spPr>
          <a:xfrm>
            <a:off x="7364578" y="2885846"/>
            <a:ext cx="26518" cy="17374"/>
          </a:xfrm>
          <a:prstGeom prst="rect">
            <a:avLst/>
          </a:prstGeom>
        </p:spPr>
      </p:pic>
      <p:pic>
        <p:nvPicPr>
          <p:cNvPr id="418" name="Image 186" descr="preencoded.png"/>
          <p:cNvPicPr>
            <a:picLocks noChangeAspect="1"/>
          </p:cNvPicPr>
          <p:nvPr/>
        </p:nvPicPr>
        <p:blipFill>
          <a:blip r:embed="rId174"/>
          <a:stretch>
            <a:fillRect/>
          </a:stretch>
        </p:blipFill>
        <p:spPr>
          <a:xfrm>
            <a:off x="7457846" y="2903220"/>
            <a:ext cx="79553" cy="141732"/>
          </a:xfrm>
          <a:prstGeom prst="rect">
            <a:avLst/>
          </a:prstGeom>
        </p:spPr>
      </p:pic>
      <p:pic>
        <p:nvPicPr>
          <p:cNvPr id="419" name="Image 187" descr="preencoded.png"/>
          <p:cNvPicPr>
            <a:picLocks noChangeAspect="1"/>
          </p:cNvPicPr>
          <p:nvPr/>
        </p:nvPicPr>
        <p:blipFill>
          <a:blip r:embed="rId175"/>
          <a:stretch>
            <a:fillRect/>
          </a:stretch>
        </p:blipFill>
        <p:spPr>
          <a:xfrm>
            <a:off x="7255764" y="2988259"/>
            <a:ext cx="593446" cy="442570"/>
          </a:xfrm>
          <a:prstGeom prst="rect">
            <a:avLst/>
          </a:prstGeom>
        </p:spPr>
      </p:pic>
      <p:sp>
        <p:nvSpPr>
          <p:cNvPr id="420" name="Shape 230"/>
          <p:cNvSpPr/>
          <p:nvPr/>
        </p:nvSpPr>
        <p:spPr>
          <a:xfrm rot="12000">
            <a:off x="7229246" y="3097987"/>
            <a:ext cx="22860" cy="207569"/>
          </a:xfrm>
          <a:prstGeom prst="roundRect">
            <a:avLst/>
          </a:prstGeom>
          <a:solidFill>
            <a:srgbClr val="575656"/>
          </a:solidFill>
          <a:ln/>
        </p:spPr>
      </p:sp>
      <p:pic>
        <p:nvPicPr>
          <p:cNvPr id="421" name="Image 188" descr="preencoded.png"/>
          <p:cNvPicPr>
            <a:picLocks noChangeAspect="1"/>
          </p:cNvPicPr>
          <p:nvPr/>
        </p:nvPicPr>
        <p:blipFill>
          <a:blip r:embed="rId176"/>
          <a:stretch>
            <a:fillRect/>
          </a:stretch>
        </p:blipFill>
        <p:spPr>
          <a:xfrm>
            <a:off x="7852867" y="3160166"/>
            <a:ext cx="97841" cy="185623"/>
          </a:xfrm>
          <a:prstGeom prst="rect">
            <a:avLst/>
          </a:prstGeom>
        </p:spPr>
      </p:pic>
      <p:pic>
        <p:nvPicPr>
          <p:cNvPr id="422" name="Image 189" descr="preencoded.png"/>
          <p:cNvPicPr>
            <a:picLocks noChangeAspect="1"/>
          </p:cNvPicPr>
          <p:nvPr/>
        </p:nvPicPr>
        <p:blipFill>
          <a:blip r:embed="rId177"/>
          <a:stretch>
            <a:fillRect/>
          </a:stretch>
        </p:blipFill>
        <p:spPr>
          <a:xfrm>
            <a:off x="4440326" y="3206801"/>
            <a:ext cx="141732" cy="328270"/>
          </a:xfrm>
          <a:prstGeom prst="rect">
            <a:avLst/>
          </a:prstGeom>
        </p:spPr>
      </p:pic>
      <p:sp>
        <p:nvSpPr>
          <p:cNvPr id="423" name="Shape 231"/>
          <p:cNvSpPr/>
          <p:nvPr/>
        </p:nvSpPr>
        <p:spPr>
          <a:xfrm rot="-6000">
            <a:off x="7413041" y="3364078"/>
            <a:ext cx="279806" cy="59436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424" name="Image 190" descr="preencoded.png"/>
          <p:cNvPicPr>
            <a:picLocks noChangeAspect="1"/>
          </p:cNvPicPr>
          <p:nvPr/>
        </p:nvPicPr>
        <p:blipFill>
          <a:blip r:embed="rId178"/>
          <a:stretch>
            <a:fillRect/>
          </a:stretch>
        </p:blipFill>
        <p:spPr>
          <a:xfrm>
            <a:off x="7418527" y="3423514"/>
            <a:ext cx="425196" cy="35662"/>
          </a:xfrm>
          <a:prstGeom prst="rect">
            <a:avLst/>
          </a:prstGeom>
        </p:spPr>
      </p:pic>
      <p:pic>
        <p:nvPicPr>
          <p:cNvPr id="425" name="Image 191" descr="preencoded.png"/>
          <p:cNvPicPr>
            <a:picLocks noChangeAspect="1"/>
          </p:cNvPicPr>
          <p:nvPr/>
        </p:nvPicPr>
        <p:blipFill>
          <a:blip r:embed="rId179"/>
          <a:stretch>
            <a:fillRect/>
          </a:stretch>
        </p:blipFill>
        <p:spPr>
          <a:xfrm>
            <a:off x="10994746" y="3459175"/>
            <a:ext cx="132588" cy="132588"/>
          </a:xfrm>
          <a:prstGeom prst="rect">
            <a:avLst/>
          </a:prstGeom>
        </p:spPr>
      </p:pic>
      <p:pic>
        <p:nvPicPr>
          <p:cNvPr id="426" name="Image 192" descr="preencoded.png"/>
          <p:cNvPicPr>
            <a:picLocks noChangeAspect="1"/>
          </p:cNvPicPr>
          <p:nvPr/>
        </p:nvPicPr>
        <p:blipFill>
          <a:blip r:embed="rId180"/>
          <a:stretch>
            <a:fillRect/>
          </a:stretch>
        </p:blipFill>
        <p:spPr>
          <a:xfrm>
            <a:off x="4668012" y="3533242"/>
            <a:ext cx="26518" cy="292608"/>
          </a:xfrm>
          <a:prstGeom prst="rect">
            <a:avLst/>
          </a:prstGeom>
        </p:spPr>
      </p:pic>
      <p:sp>
        <p:nvSpPr>
          <p:cNvPr id="427" name="Shape 232"/>
          <p:cNvSpPr/>
          <p:nvPr/>
        </p:nvSpPr>
        <p:spPr>
          <a:xfrm rot="-6000">
            <a:off x="4076395" y="3563417"/>
            <a:ext cx="36576" cy="369418"/>
          </a:xfrm>
          <a:prstGeom prst="roundRect">
            <a:avLst/>
          </a:prstGeom>
          <a:solidFill>
            <a:srgbClr val="575656"/>
          </a:solidFill>
          <a:ln/>
        </p:spPr>
      </p:sp>
      <p:sp>
        <p:nvSpPr>
          <p:cNvPr id="428" name="Shape 233"/>
          <p:cNvSpPr/>
          <p:nvPr/>
        </p:nvSpPr>
        <p:spPr>
          <a:xfrm rot="-6000">
            <a:off x="4168750" y="3565246"/>
            <a:ext cx="35662" cy="367589"/>
          </a:xfrm>
          <a:prstGeom prst="roundRect">
            <a:avLst/>
          </a:prstGeom>
          <a:solidFill>
            <a:srgbClr val="575656"/>
          </a:solidFill>
          <a:ln/>
        </p:spPr>
      </p:sp>
      <p:sp>
        <p:nvSpPr>
          <p:cNvPr id="429" name="Shape 234"/>
          <p:cNvSpPr/>
          <p:nvPr/>
        </p:nvSpPr>
        <p:spPr>
          <a:xfrm rot="-12000">
            <a:off x="4259275" y="3564331"/>
            <a:ext cx="37490" cy="368503"/>
          </a:xfrm>
          <a:prstGeom prst="roundRect">
            <a:avLst/>
          </a:prstGeom>
          <a:solidFill>
            <a:srgbClr val="575656"/>
          </a:solidFill>
          <a:ln/>
        </p:spPr>
      </p:sp>
      <p:sp>
        <p:nvSpPr>
          <p:cNvPr id="430" name="Shape 235"/>
          <p:cNvSpPr/>
          <p:nvPr/>
        </p:nvSpPr>
        <p:spPr>
          <a:xfrm rot="-6000">
            <a:off x="4110228" y="3583534"/>
            <a:ext cx="61265" cy="326441"/>
          </a:xfrm>
          <a:prstGeom prst="roundRect">
            <a:avLst/>
          </a:prstGeom>
          <a:solidFill>
            <a:srgbClr val="575656"/>
          </a:solidFill>
          <a:ln/>
        </p:spPr>
      </p:sp>
      <p:pic>
        <p:nvPicPr>
          <p:cNvPr id="431" name="Image 193" descr="preencoded.png"/>
          <p:cNvPicPr>
            <a:picLocks noChangeAspect="1"/>
          </p:cNvPicPr>
          <p:nvPr/>
        </p:nvPicPr>
        <p:blipFill>
          <a:blip r:embed="rId181"/>
          <a:stretch>
            <a:fillRect/>
          </a:stretch>
        </p:blipFill>
        <p:spPr>
          <a:xfrm>
            <a:off x="4202582" y="3583534"/>
            <a:ext cx="62179" cy="336499"/>
          </a:xfrm>
          <a:prstGeom prst="rect">
            <a:avLst/>
          </a:prstGeom>
        </p:spPr>
      </p:pic>
      <p:sp>
        <p:nvSpPr>
          <p:cNvPr id="432" name="Shape 236"/>
          <p:cNvSpPr/>
          <p:nvPr/>
        </p:nvSpPr>
        <p:spPr>
          <a:xfrm rot="-24000">
            <a:off x="4607662" y="3599078"/>
            <a:ext cx="62179" cy="183794"/>
          </a:xfrm>
          <a:prstGeom prst="roundRect">
            <a:avLst/>
          </a:prstGeom>
          <a:solidFill>
            <a:srgbClr val="575656"/>
          </a:solidFill>
          <a:ln/>
        </p:spPr>
      </p:sp>
      <p:sp>
        <p:nvSpPr>
          <p:cNvPr id="433" name="Shape 237"/>
          <p:cNvSpPr/>
          <p:nvPr/>
        </p:nvSpPr>
        <p:spPr>
          <a:xfrm rot="6000">
            <a:off x="10639044" y="3625596"/>
            <a:ext cx="54864" cy="8321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34" name="Shape 238"/>
          <p:cNvSpPr/>
          <p:nvPr/>
        </p:nvSpPr>
        <p:spPr>
          <a:xfrm rot="-12000">
            <a:off x="10730484" y="3627425"/>
            <a:ext cx="55778" cy="80467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35" name="Shape 239"/>
          <p:cNvSpPr/>
          <p:nvPr/>
        </p:nvSpPr>
        <p:spPr>
          <a:xfrm rot="6000">
            <a:off x="11423599" y="3627425"/>
            <a:ext cx="53950" cy="81382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36" name="Shape 240"/>
          <p:cNvSpPr/>
          <p:nvPr/>
        </p:nvSpPr>
        <p:spPr>
          <a:xfrm rot="6000">
            <a:off x="10823753" y="3628339"/>
            <a:ext cx="56693" cy="81382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37" name="Shape 241"/>
          <p:cNvSpPr/>
          <p:nvPr/>
        </p:nvSpPr>
        <p:spPr>
          <a:xfrm rot="-18000">
            <a:off x="11237976" y="3628339"/>
            <a:ext cx="56693" cy="80467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38" name="Shape 242"/>
          <p:cNvSpPr/>
          <p:nvPr/>
        </p:nvSpPr>
        <p:spPr>
          <a:xfrm rot="48000">
            <a:off x="11332159" y="3628339"/>
            <a:ext cx="55778" cy="80467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439" name="Image 194" descr="preencoded.png"/>
          <p:cNvPicPr>
            <a:picLocks noChangeAspect="1"/>
          </p:cNvPicPr>
          <p:nvPr/>
        </p:nvPicPr>
        <p:blipFill>
          <a:blip r:embed="rId182"/>
          <a:stretch>
            <a:fillRect/>
          </a:stretch>
        </p:blipFill>
        <p:spPr>
          <a:xfrm>
            <a:off x="10625328" y="3737153"/>
            <a:ext cx="79553" cy="115214"/>
          </a:xfrm>
          <a:prstGeom prst="rect">
            <a:avLst/>
          </a:prstGeom>
        </p:spPr>
      </p:pic>
      <p:pic>
        <p:nvPicPr>
          <p:cNvPr id="440" name="Image 195" descr="preencoded.png"/>
          <p:cNvPicPr>
            <a:picLocks noChangeAspect="1"/>
          </p:cNvPicPr>
          <p:nvPr/>
        </p:nvPicPr>
        <p:blipFill>
          <a:blip r:embed="rId183"/>
          <a:stretch>
            <a:fillRect/>
          </a:stretch>
        </p:blipFill>
        <p:spPr>
          <a:xfrm>
            <a:off x="3592678" y="3741725"/>
            <a:ext cx="124358" cy="213055"/>
          </a:xfrm>
          <a:prstGeom prst="rect">
            <a:avLst/>
          </a:prstGeom>
        </p:spPr>
      </p:pic>
      <p:sp>
        <p:nvSpPr>
          <p:cNvPr id="441" name="Shape 243"/>
          <p:cNvSpPr/>
          <p:nvPr/>
        </p:nvSpPr>
        <p:spPr>
          <a:xfrm rot="6000">
            <a:off x="11331245" y="3747211"/>
            <a:ext cx="55778" cy="83210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442" name="Image 196" descr="preencoded.png"/>
          <p:cNvPicPr>
            <a:picLocks noChangeAspect="1"/>
          </p:cNvPicPr>
          <p:nvPr/>
        </p:nvPicPr>
        <p:blipFill>
          <a:blip r:embed="rId184"/>
          <a:stretch>
            <a:fillRect/>
          </a:stretch>
        </p:blipFill>
        <p:spPr>
          <a:xfrm>
            <a:off x="10638130" y="3747211"/>
            <a:ext cx="62179" cy="79553"/>
          </a:xfrm>
          <a:prstGeom prst="rect">
            <a:avLst/>
          </a:prstGeom>
        </p:spPr>
      </p:pic>
      <p:sp>
        <p:nvSpPr>
          <p:cNvPr id="443" name="Shape 244"/>
          <p:cNvSpPr/>
          <p:nvPr/>
        </p:nvSpPr>
        <p:spPr>
          <a:xfrm rot="30000">
            <a:off x="10731398" y="3748126"/>
            <a:ext cx="55778" cy="83210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44" name="Shape 245"/>
          <p:cNvSpPr/>
          <p:nvPr/>
        </p:nvSpPr>
        <p:spPr>
          <a:xfrm rot="18000">
            <a:off x="10823753" y="3748126"/>
            <a:ext cx="55778" cy="81382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45" name="Shape 246"/>
          <p:cNvSpPr/>
          <p:nvPr/>
        </p:nvSpPr>
        <p:spPr>
          <a:xfrm rot="-12000">
            <a:off x="11237976" y="3747211"/>
            <a:ext cx="56693" cy="82296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46" name="Shape 247"/>
          <p:cNvSpPr/>
          <p:nvPr/>
        </p:nvSpPr>
        <p:spPr>
          <a:xfrm rot="-42000">
            <a:off x="11423599" y="3748126"/>
            <a:ext cx="54864" cy="81382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47" name="Shape 248"/>
          <p:cNvSpPr/>
          <p:nvPr/>
        </p:nvSpPr>
        <p:spPr>
          <a:xfrm rot="6000">
            <a:off x="11013034" y="3767328"/>
            <a:ext cx="94183" cy="131674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48" name="Shape 249"/>
          <p:cNvSpPr/>
          <p:nvPr/>
        </p:nvSpPr>
        <p:spPr>
          <a:xfrm rot="-24000">
            <a:off x="3715207" y="3795674"/>
            <a:ext cx="47549" cy="108814"/>
          </a:xfrm>
          <a:prstGeom prst="roundRect">
            <a:avLst/>
          </a:prstGeom>
          <a:solidFill>
            <a:srgbClr val="575656"/>
          </a:solidFill>
          <a:ln/>
        </p:spPr>
      </p:sp>
      <p:pic>
        <p:nvPicPr>
          <p:cNvPr id="449" name="Image 197" descr="preencoded.png"/>
          <p:cNvPicPr>
            <a:picLocks noChangeAspect="1"/>
          </p:cNvPicPr>
          <p:nvPr/>
        </p:nvPicPr>
        <p:blipFill>
          <a:blip r:embed="rId185"/>
          <a:stretch>
            <a:fillRect/>
          </a:stretch>
        </p:blipFill>
        <p:spPr>
          <a:xfrm>
            <a:off x="7165238" y="3875227"/>
            <a:ext cx="753466" cy="717804"/>
          </a:xfrm>
          <a:prstGeom prst="rect">
            <a:avLst/>
          </a:prstGeom>
        </p:spPr>
      </p:pic>
      <p:pic>
        <p:nvPicPr>
          <p:cNvPr id="450" name="Image 198" descr="preencoded.png"/>
          <p:cNvPicPr>
            <a:picLocks noChangeAspect="1"/>
          </p:cNvPicPr>
          <p:nvPr/>
        </p:nvPicPr>
        <p:blipFill>
          <a:blip r:embed="rId186"/>
          <a:stretch>
            <a:fillRect/>
          </a:stretch>
        </p:blipFill>
        <p:spPr>
          <a:xfrm>
            <a:off x="4464101" y="3877970"/>
            <a:ext cx="53035" cy="124358"/>
          </a:xfrm>
          <a:prstGeom prst="rect">
            <a:avLst/>
          </a:prstGeom>
        </p:spPr>
      </p:pic>
      <p:pic>
        <p:nvPicPr>
          <p:cNvPr id="451" name="Image 199" descr="preencoded.png"/>
          <p:cNvPicPr>
            <a:picLocks noChangeAspect="1"/>
          </p:cNvPicPr>
          <p:nvPr/>
        </p:nvPicPr>
        <p:blipFill>
          <a:blip r:embed="rId187"/>
          <a:stretch>
            <a:fillRect/>
          </a:stretch>
        </p:blipFill>
        <p:spPr>
          <a:xfrm>
            <a:off x="3702406" y="3904488"/>
            <a:ext cx="761695" cy="97841"/>
          </a:xfrm>
          <a:prstGeom prst="rect">
            <a:avLst/>
          </a:prstGeom>
        </p:spPr>
      </p:pic>
      <p:sp>
        <p:nvSpPr>
          <p:cNvPr id="452" name="Shape 250"/>
          <p:cNvSpPr/>
          <p:nvPr/>
        </p:nvSpPr>
        <p:spPr>
          <a:xfrm rot="-48000">
            <a:off x="3616452" y="3951122"/>
            <a:ext cx="72238" cy="49378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453" name="Image 200" descr="preencoded.png"/>
          <p:cNvPicPr>
            <a:picLocks noChangeAspect="1"/>
          </p:cNvPicPr>
          <p:nvPr/>
        </p:nvPicPr>
        <p:blipFill>
          <a:blip r:embed="rId188"/>
          <a:stretch>
            <a:fillRect/>
          </a:stretch>
        </p:blipFill>
        <p:spPr>
          <a:xfrm>
            <a:off x="3601822" y="3951122"/>
            <a:ext cx="17374" cy="35662"/>
          </a:xfrm>
          <a:prstGeom prst="rect">
            <a:avLst/>
          </a:prstGeom>
        </p:spPr>
      </p:pic>
      <p:pic>
        <p:nvPicPr>
          <p:cNvPr id="454" name="Image 201" descr="preencoded.png"/>
          <p:cNvPicPr>
            <a:picLocks noChangeAspect="1"/>
          </p:cNvPicPr>
          <p:nvPr/>
        </p:nvPicPr>
        <p:blipFill>
          <a:blip r:embed="rId189"/>
          <a:stretch>
            <a:fillRect/>
          </a:stretch>
        </p:blipFill>
        <p:spPr>
          <a:xfrm>
            <a:off x="9442094" y="5326380"/>
            <a:ext cx="132588" cy="132588"/>
          </a:xfrm>
          <a:prstGeom prst="rect">
            <a:avLst/>
          </a:prstGeom>
        </p:spPr>
      </p:pic>
      <p:pic>
        <p:nvPicPr>
          <p:cNvPr id="455" name="Image 202" descr="preencoded.png"/>
          <p:cNvPicPr>
            <a:picLocks noChangeAspect="1"/>
          </p:cNvPicPr>
          <p:nvPr/>
        </p:nvPicPr>
        <p:blipFill>
          <a:blip r:embed="rId190"/>
          <a:stretch>
            <a:fillRect/>
          </a:stretch>
        </p:blipFill>
        <p:spPr>
          <a:xfrm>
            <a:off x="4454042" y="5343754"/>
            <a:ext cx="132588" cy="106070"/>
          </a:xfrm>
          <a:prstGeom prst="rect">
            <a:avLst/>
          </a:prstGeom>
        </p:spPr>
      </p:pic>
      <p:pic>
        <p:nvPicPr>
          <p:cNvPr id="456" name="Image 203" descr="preencoded.png"/>
          <p:cNvPicPr>
            <a:picLocks noChangeAspect="1"/>
          </p:cNvPicPr>
          <p:nvPr/>
        </p:nvPicPr>
        <p:blipFill>
          <a:blip r:embed="rId191"/>
          <a:stretch>
            <a:fillRect/>
          </a:stretch>
        </p:blipFill>
        <p:spPr>
          <a:xfrm>
            <a:off x="4485132" y="5427878"/>
            <a:ext cx="71323" cy="62179"/>
          </a:xfrm>
          <a:prstGeom prst="rect">
            <a:avLst/>
          </a:prstGeom>
        </p:spPr>
      </p:pic>
      <p:sp>
        <p:nvSpPr>
          <p:cNvPr id="457" name="Shape 251"/>
          <p:cNvSpPr/>
          <p:nvPr/>
        </p:nvSpPr>
        <p:spPr>
          <a:xfrm rot="-6000">
            <a:off x="9085478" y="5493715"/>
            <a:ext cx="56693" cy="81382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58" name="Shape 252"/>
          <p:cNvSpPr/>
          <p:nvPr/>
        </p:nvSpPr>
        <p:spPr>
          <a:xfrm rot="-6000">
            <a:off x="9778594" y="5493715"/>
            <a:ext cx="55778" cy="81382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59" name="Shape 253"/>
          <p:cNvSpPr/>
          <p:nvPr/>
        </p:nvSpPr>
        <p:spPr>
          <a:xfrm rot="-12000">
            <a:off x="9870034" y="5494630"/>
            <a:ext cx="56693" cy="80467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60" name="Shape 254"/>
          <p:cNvSpPr/>
          <p:nvPr/>
        </p:nvSpPr>
        <p:spPr>
          <a:xfrm>
            <a:off x="9177833" y="5494630"/>
            <a:ext cx="56693" cy="79553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61" name="Shape 255"/>
          <p:cNvSpPr/>
          <p:nvPr/>
        </p:nvSpPr>
        <p:spPr>
          <a:xfrm rot="-12000">
            <a:off x="9270187" y="5495544"/>
            <a:ext cx="56693" cy="79553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62" name="Shape 256"/>
          <p:cNvSpPr/>
          <p:nvPr/>
        </p:nvSpPr>
        <p:spPr>
          <a:xfrm rot="-6000">
            <a:off x="9686239" y="5495544"/>
            <a:ext cx="54864" cy="78638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63" name="Shape 257"/>
          <p:cNvSpPr/>
          <p:nvPr/>
        </p:nvSpPr>
        <p:spPr>
          <a:xfrm rot="-30000">
            <a:off x="9085478" y="5614416"/>
            <a:ext cx="56693" cy="81382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64" name="Shape 258"/>
          <p:cNvSpPr/>
          <p:nvPr/>
        </p:nvSpPr>
        <p:spPr>
          <a:xfrm rot="18000">
            <a:off x="9178747" y="5614416"/>
            <a:ext cx="55778" cy="79553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65" name="Shape 259"/>
          <p:cNvSpPr/>
          <p:nvPr/>
        </p:nvSpPr>
        <p:spPr>
          <a:xfrm rot="12000">
            <a:off x="9269273" y="5615330"/>
            <a:ext cx="56693" cy="81382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66" name="Shape 260"/>
          <p:cNvSpPr/>
          <p:nvPr/>
        </p:nvSpPr>
        <p:spPr>
          <a:xfrm rot="-12000">
            <a:off x="9685325" y="5615330"/>
            <a:ext cx="55778" cy="80467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67" name="Shape 261"/>
          <p:cNvSpPr/>
          <p:nvPr/>
        </p:nvSpPr>
        <p:spPr>
          <a:xfrm rot="-18000">
            <a:off x="9778594" y="5614416"/>
            <a:ext cx="56693" cy="81382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68" name="Shape 262"/>
          <p:cNvSpPr/>
          <p:nvPr/>
        </p:nvSpPr>
        <p:spPr>
          <a:xfrm rot="12000">
            <a:off x="9871862" y="5615330"/>
            <a:ext cx="54864" cy="79553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69" name="Shape 263"/>
          <p:cNvSpPr/>
          <p:nvPr/>
        </p:nvSpPr>
        <p:spPr>
          <a:xfrm rot="-6000">
            <a:off x="9459468" y="5632704"/>
            <a:ext cx="96012" cy="135331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470" name="Image 204" descr="preencoded.png"/>
          <p:cNvPicPr>
            <a:picLocks noChangeAspect="1"/>
          </p:cNvPicPr>
          <p:nvPr/>
        </p:nvPicPr>
        <p:blipFill>
          <a:blip r:embed="rId192"/>
          <a:stretch>
            <a:fillRect/>
          </a:stretch>
        </p:blipFill>
        <p:spPr>
          <a:xfrm>
            <a:off x="5770778" y="5675681"/>
            <a:ext cx="593446" cy="266090"/>
          </a:xfrm>
          <a:prstGeom prst="rect">
            <a:avLst/>
          </a:prstGeom>
        </p:spPr>
      </p:pic>
      <p:pic>
        <p:nvPicPr>
          <p:cNvPr id="471" name="Image 205" descr="preencoded.png"/>
          <p:cNvPicPr>
            <a:picLocks noChangeAspect="1"/>
          </p:cNvPicPr>
          <p:nvPr/>
        </p:nvPicPr>
        <p:blipFill>
          <a:blip r:embed="rId193"/>
          <a:stretch>
            <a:fillRect/>
          </a:stretch>
        </p:blipFill>
        <p:spPr>
          <a:xfrm>
            <a:off x="6185002" y="5807354"/>
            <a:ext cx="159106" cy="124358"/>
          </a:xfrm>
          <a:prstGeom prst="rect">
            <a:avLst/>
          </a:prstGeom>
        </p:spPr>
      </p:pic>
      <p:sp>
        <p:nvSpPr>
          <p:cNvPr id="472" name="Shape 264"/>
          <p:cNvSpPr/>
          <p:nvPr/>
        </p:nvSpPr>
        <p:spPr>
          <a:xfrm rot="-6000">
            <a:off x="6349594" y="5808269"/>
            <a:ext cx="14630" cy="121615"/>
          </a:xfrm>
          <a:prstGeom prst="roundRect">
            <a:avLst/>
          </a:prstGeom>
          <a:solidFill>
            <a:srgbClr val="575656"/>
          </a:solidFill>
          <a:ln/>
        </p:spPr>
      </p:sp>
      <p:pic>
        <p:nvPicPr>
          <p:cNvPr id="473" name="Image 206" descr="preencoded.png"/>
          <p:cNvPicPr>
            <a:picLocks noChangeAspect="1"/>
          </p:cNvPicPr>
          <p:nvPr/>
        </p:nvPicPr>
        <p:blipFill>
          <a:blip r:embed="rId194"/>
          <a:stretch>
            <a:fillRect/>
          </a:stretch>
        </p:blipFill>
        <p:spPr>
          <a:xfrm>
            <a:off x="4207154" y="5832958"/>
            <a:ext cx="53035" cy="203911"/>
          </a:xfrm>
          <a:prstGeom prst="rect">
            <a:avLst/>
          </a:prstGeom>
        </p:spPr>
      </p:pic>
      <p:pic>
        <p:nvPicPr>
          <p:cNvPr id="474" name="Image 207" descr="preencoded.png"/>
          <p:cNvPicPr>
            <a:picLocks noChangeAspect="1"/>
          </p:cNvPicPr>
          <p:nvPr/>
        </p:nvPicPr>
        <p:blipFill>
          <a:blip r:embed="rId195"/>
          <a:stretch>
            <a:fillRect/>
          </a:stretch>
        </p:blipFill>
        <p:spPr>
          <a:xfrm>
            <a:off x="3965753" y="5835701"/>
            <a:ext cx="53035" cy="194767"/>
          </a:xfrm>
          <a:prstGeom prst="rect">
            <a:avLst/>
          </a:prstGeom>
        </p:spPr>
      </p:pic>
      <p:pic>
        <p:nvPicPr>
          <p:cNvPr id="475" name="Image 208" descr="preencoded.png"/>
          <p:cNvPicPr>
            <a:picLocks noChangeAspect="1"/>
          </p:cNvPicPr>
          <p:nvPr/>
        </p:nvPicPr>
        <p:blipFill>
          <a:blip r:embed="rId196"/>
          <a:stretch>
            <a:fillRect/>
          </a:stretch>
        </p:blipFill>
        <p:spPr>
          <a:xfrm>
            <a:off x="4080053" y="5834786"/>
            <a:ext cx="124358" cy="194767"/>
          </a:xfrm>
          <a:prstGeom prst="rect">
            <a:avLst/>
          </a:prstGeom>
        </p:spPr>
      </p:pic>
      <p:pic>
        <p:nvPicPr>
          <p:cNvPr id="476" name="Image 209" descr="preencoded.png"/>
          <p:cNvPicPr>
            <a:picLocks noChangeAspect="1"/>
          </p:cNvPicPr>
          <p:nvPr/>
        </p:nvPicPr>
        <p:blipFill>
          <a:blip r:embed="rId197"/>
          <a:stretch>
            <a:fillRect/>
          </a:stretch>
        </p:blipFill>
        <p:spPr>
          <a:xfrm>
            <a:off x="3905402" y="5835701"/>
            <a:ext cx="53035" cy="194767"/>
          </a:xfrm>
          <a:prstGeom prst="rect">
            <a:avLst/>
          </a:prstGeom>
        </p:spPr>
      </p:pic>
      <p:pic>
        <p:nvPicPr>
          <p:cNvPr id="477" name="Image 210" descr="preencoded.png"/>
          <p:cNvPicPr>
            <a:picLocks noChangeAspect="1"/>
          </p:cNvPicPr>
          <p:nvPr/>
        </p:nvPicPr>
        <p:blipFill>
          <a:blip r:embed="rId198"/>
          <a:stretch>
            <a:fillRect/>
          </a:stretch>
        </p:blipFill>
        <p:spPr>
          <a:xfrm>
            <a:off x="4024274" y="5835701"/>
            <a:ext cx="53035" cy="194767"/>
          </a:xfrm>
          <a:prstGeom prst="rect">
            <a:avLst/>
          </a:prstGeom>
        </p:spPr>
      </p:pic>
      <p:pic>
        <p:nvPicPr>
          <p:cNvPr id="479" name="Image 212" descr="preencoded.png"/>
          <p:cNvPicPr>
            <a:picLocks noChangeAspect="1"/>
          </p:cNvPicPr>
          <p:nvPr/>
        </p:nvPicPr>
        <p:blipFill>
          <a:blip r:embed="rId199"/>
          <a:stretch>
            <a:fillRect/>
          </a:stretch>
        </p:blipFill>
        <p:spPr>
          <a:xfrm>
            <a:off x="5614416" y="5942686"/>
            <a:ext cx="53035" cy="247802"/>
          </a:xfrm>
          <a:prstGeom prst="rect">
            <a:avLst/>
          </a:prstGeom>
        </p:spPr>
      </p:pic>
      <p:pic>
        <p:nvPicPr>
          <p:cNvPr id="480" name="Image 213" descr="preencoded.png"/>
          <p:cNvPicPr>
            <a:picLocks noChangeAspect="1"/>
          </p:cNvPicPr>
          <p:nvPr/>
        </p:nvPicPr>
        <p:blipFill>
          <a:blip r:embed="rId200"/>
          <a:stretch>
            <a:fillRect/>
          </a:stretch>
        </p:blipFill>
        <p:spPr>
          <a:xfrm>
            <a:off x="6445606" y="5952744"/>
            <a:ext cx="53035" cy="230429"/>
          </a:xfrm>
          <a:prstGeom prst="rect">
            <a:avLst/>
          </a:prstGeom>
        </p:spPr>
      </p:pic>
      <p:pic>
        <p:nvPicPr>
          <p:cNvPr id="482" name="Image 215" descr="preencoded.png"/>
          <p:cNvPicPr>
            <a:picLocks noChangeAspect="1"/>
          </p:cNvPicPr>
          <p:nvPr/>
        </p:nvPicPr>
        <p:blipFill>
          <a:blip r:embed="rId201"/>
          <a:stretch>
            <a:fillRect/>
          </a:stretch>
        </p:blipFill>
        <p:spPr>
          <a:xfrm>
            <a:off x="7487107" y="3121762"/>
            <a:ext cx="97841" cy="141732"/>
          </a:xfrm>
          <a:prstGeom prst="rect">
            <a:avLst/>
          </a:prstGeom>
        </p:spPr>
      </p:pic>
      <p:sp>
        <p:nvSpPr>
          <p:cNvPr id="483" name="Shape 265"/>
          <p:cNvSpPr/>
          <p:nvPr/>
        </p:nvSpPr>
        <p:spPr>
          <a:xfrm rot="-12000">
            <a:off x="6773875" y="411480"/>
            <a:ext cx="139903" cy="21031"/>
          </a:xfrm>
          <a:prstGeom prst="roundRect">
            <a:avLst/>
          </a:prstGeom>
          <a:solidFill>
            <a:srgbClr val="323232"/>
          </a:solidFill>
          <a:ln/>
        </p:spPr>
      </p:sp>
      <p:sp>
        <p:nvSpPr>
          <p:cNvPr id="484" name="Shape 266"/>
          <p:cNvSpPr/>
          <p:nvPr/>
        </p:nvSpPr>
        <p:spPr>
          <a:xfrm rot="30000">
            <a:off x="6779362" y="480974"/>
            <a:ext cx="132588" cy="21031"/>
          </a:xfrm>
          <a:prstGeom prst="roundRect">
            <a:avLst/>
          </a:prstGeom>
          <a:solidFill>
            <a:srgbClr val="323232"/>
          </a:solidFill>
          <a:ln/>
        </p:spPr>
      </p:sp>
      <p:sp>
        <p:nvSpPr>
          <p:cNvPr id="485" name="Shape 267"/>
          <p:cNvSpPr/>
          <p:nvPr/>
        </p:nvSpPr>
        <p:spPr>
          <a:xfrm rot="-12000">
            <a:off x="6780276" y="694030"/>
            <a:ext cx="131674" cy="20117"/>
          </a:xfrm>
          <a:prstGeom prst="roundRect">
            <a:avLst/>
          </a:prstGeom>
          <a:solidFill>
            <a:srgbClr val="323232"/>
          </a:solidFill>
          <a:ln/>
        </p:spPr>
      </p:sp>
      <p:sp>
        <p:nvSpPr>
          <p:cNvPr id="486" name="Shape 268"/>
          <p:cNvSpPr/>
          <p:nvPr/>
        </p:nvSpPr>
        <p:spPr>
          <a:xfrm rot="6000">
            <a:off x="6777533" y="765353"/>
            <a:ext cx="133502" cy="19202"/>
          </a:xfrm>
          <a:prstGeom prst="roundRect">
            <a:avLst/>
          </a:prstGeom>
          <a:solidFill>
            <a:srgbClr val="323232"/>
          </a:solidFill>
          <a:ln/>
        </p:spPr>
      </p:sp>
      <p:pic>
        <p:nvPicPr>
          <p:cNvPr id="487" name="Image 216" descr="preencoded.png"/>
          <p:cNvPicPr>
            <a:picLocks noChangeAspect="1"/>
          </p:cNvPicPr>
          <p:nvPr/>
        </p:nvPicPr>
        <p:blipFill>
          <a:blip r:embed="rId202"/>
          <a:stretch>
            <a:fillRect/>
          </a:stretch>
        </p:blipFill>
        <p:spPr>
          <a:xfrm>
            <a:off x="11046866" y="1353312"/>
            <a:ext cx="53035" cy="79553"/>
          </a:xfrm>
          <a:prstGeom prst="rect">
            <a:avLst/>
          </a:prstGeom>
        </p:spPr>
      </p:pic>
      <p:sp>
        <p:nvSpPr>
          <p:cNvPr id="488" name="Shape 269"/>
          <p:cNvSpPr/>
          <p:nvPr/>
        </p:nvSpPr>
        <p:spPr>
          <a:xfrm rot="-12000">
            <a:off x="10638130" y="1629461"/>
            <a:ext cx="57607" cy="82296"/>
          </a:xfrm>
          <a:prstGeom prst="roundRect">
            <a:avLst/>
          </a:prstGeom>
          <a:solidFill>
            <a:srgbClr val="FFFFFF"/>
          </a:solidFill>
          <a:ln/>
        </p:spPr>
      </p:sp>
      <p:pic>
        <p:nvPicPr>
          <p:cNvPr id="489" name="Image 217" descr="preencoded.png"/>
          <p:cNvPicPr>
            <a:picLocks noChangeAspect="1"/>
          </p:cNvPicPr>
          <p:nvPr/>
        </p:nvPicPr>
        <p:blipFill>
          <a:blip r:embed="rId203"/>
          <a:stretch>
            <a:fillRect/>
          </a:stretch>
        </p:blipFill>
        <p:spPr>
          <a:xfrm>
            <a:off x="1623060" y="2040941"/>
            <a:ext cx="407822" cy="79553"/>
          </a:xfrm>
          <a:prstGeom prst="rect">
            <a:avLst/>
          </a:prstGeom>
        </p:spPr>
      </p:pic>
      <p:sp>
        <p:nvSpPr>
          <p:cNvPr id="490" name="Shape 270"/>
          <p:cNvSpPr/>
          <p:nvPr/>
        </p:nvSpPr>
        <p:spPr>
          <a:xfrm>
            <a:off x="4406494" y="2111350"/>
            <a:ext cx="13716" cy="202997"/>
          </a:xfrm>
          <a:prstGeom prst="roundRect">
            <a:avLst/>
          </a:prstGeom>
          <a:solidFill>
            <a:srgbClr val="323232"/>
          </a:solidFill>
          <a:ln/>
        </p:spPr>
      </p:sp>
      <p:pic>
        <p:nvPicPr>
          <p:cNvPr id="491" name="Image 218" descr="preencoded.png"/>
          <p:cNvPicPr>
            <a:picLocks noChangeAspect="1"/>
          </p:cNvPicPr>
          <p:nvPr/>
        </p:nvPicPr>
        <p:blipFill>
          <a:blip r:embed="rId204"/>
          <a:stretch>
            <a:fillRect/>
          </a:stretch>
        </p:blipFill>
        <p:spPr>
          <a:xfrm>
            <a:off x="1600200" y="2120494"/>
            <a:ext cx="451714" cy="88697"/>
          </a:xfrm>
          <a:prstGeom prst="rect">
            <a:avLst/>
          </a:prstGeom>
        </p:spPr>
      </p:pic>
      <p:pic>
        <p:nvPicPr>
          <p:cNvPr id="492" name="Image 219" descr="preencoded.png"/>
          <p:cNvPicPr>
            <a:picLocks noChangeAspect="1"/>
          </p:cNvPicPr>
          <p:nvPr/>
        </p:nvPicPr>
        <p:blipFill>
          <a:blip r:embed="rId205"/>
          <a:stretch>
            <a:fillRect/>
          </a:stretch>
        </p:blipFill>
        <p:spPr>
          <a:xfrm>
            <a:off x="1574597" y="2212848"/>
            <a:ext cx="504749" cy="97841"/>
          </a:xfrm>
          <a:prstGeom prst="rect">
            <a:avLst/>
          </a:prstGeom>
        </p:spPr>
      </p:pic>
      <p:pic>
        <p:nvPicPr>
          <p:cNvPr id="493" name="Image 220" descr="preencoded.png"/>
          <p:cNvPicPr>
            <a:picLocks noChangeAspect="1"/>
          </p:cNvPicPr>
          <p:nvPr/>
        </p:nvPicPr>
        <p:blipFill>
          <a:blip r:embed="rId206"/>
          <a:stretch>
            <a:fillRect/>
          </a:stretch>
        </p:blipFill>
        <p:spPr>
          <a:xfrm>
            <a:off x="7486193" y="3119018"/>
            <a:ext cx="115214" cy="141732"/>
          </a:xfrm>
          <a:prstGeom prst="rect">
            <a:avLst/>
          </a:prstGeom>
        </p:spPr>
      </p:pic>
      <p:pic>
        <p:nvPicPr>
          <p:cNvPr id="494" name="Image 221" descr="preencoded.png"/>
          <p:cNvPicPr>
            <a:picLocks noChangeAspect="1"/>
          </p:cNvPicPr>
          <p:nvPr/>
        </p:nvPicPr>
        <p:blipFill>
          <a:blip r:embed="rId207"/>
          <a:stretch>
            <a:fillRect/>
          </a:stretch>
        </p:blipFill>
        <p:spPr>
          <a:xfrm>
            <a:off x="7768742" y="3315614"/>
            <a:ext cx="17374" cy="26518"/>
          </a:xfrm>
          <a:prstGeom prst="rect">
            <a:avLst/>
          </a:prstGeom>
        </p:spPr>
      </p:pic>
      <p:pic>
        <p:nvPicPr>
          <p:cNvPr id="495" name="Image 222" descr="preencoded.png"/>
          <p:cNvPicPr>
            <a:picLocks noChangeAspect="1"/>
          </p:cNvPicPr>
          <p:nvPr/>
        </p:nvPicPr>
        <p:blipFill>
          <a:blip r:embed="rId208"/>
          <a:stretch>
            <a:fillRect/>
          </a:stretch>
        </p:blipFill>
        <p:spPr>
          <a:xfrm>
            <a:off x="11045038" y="3471977"/>
            <a:ext cx="53035" cy="79553"/>
          </a:xfrm>
          <a:prstGeom prst="rect">
            <a:avLst/>
          </a:prstGeom>
        </p:spPr>
      </p:pic>
      <p:pic>
        <p:nvPicPr>
          <p:cNvPr id="496" name="Image 223" descr="preencoded.png"/>
          <p:cNvPicPr>
            <a:picLocks noChangeAspect="1"/>
          </p:cNvPicPr>
          <p:nvPr/>
        </p:nvPicPr>
        <p:blipFill>
          <a:blip r:embed="rId209"/>
          <a:stretch>
            <a:fillRect/>
          </a:stretch>
        </p:blipFill>
        <p:spPr>
          <a:xfrm>
            <a:off x="7229246" y="3931920"/>
            <a:ext cx="629107" cy="602590"/>
          </a:xfrm>
          <a:prstGeom prst="rect">
            <a:avLst/>
          </a:prstGeom>
        </p:spPr>
      </p:pic>
      <p:pic>
        <p:nvPicPr>
          <p:cNvPr id="497" name="Image 224" descr="preencoded.png"/>
          <p:cNvPicPr>
            <a:picLocks noChangeAspect="1"/>
          </p:cNvPicPr>
          <p:nvPr/>
        </p:nvPicPr>
        <p:blipFill>
          <a:blip r:embed="rId210"/>
          <a:stretch>
            <a:fillRect/>
          </a:stretch>
        </p:blipFill>
        <p:spPr>
          <a:xfrm>
            <a:off x="9491472" y="5334610"/>
            <a:ext cx="53035" cy="79553"/>
          </a:xfrm>
          <a:prstGeom prst="rect">
            <a:avLst/>
          </a:prstGeom>
        </p:spPr>
      </p:pic>
      <p:pic>
        <p:nvPicPr>
          <p:cNvPr id="498" name="Image 225" descr="preencoded.png"/>
          <p:cNvPicPr>
            <a:picLocks noChangeAspect="1"/>
          </p:cNvPicPr>
          <p:nvPr/>
        </p:nvPicPr>
        <p:blipFill>
          <a:blip r:embed="rId211"/>
          <a:stretch>
            <a:fillRect/>
          </a:stretch>
        </p:blipFill>
        <p:spPr>
          <a:xfrm>
            <a:off x="5777179" y="5788152"/>
            <a:ext cx="53035" cy="17374"/>
          </a:xfrm>
          <a:prstGeom prst="rect">
            <a:avLst/>
          </a:prstGeom>
        </p:spPr>
      </p:pic>
      <p:sp>
        <p:nvSpPr>
          <p:cNvPr id="499" name="Shape 271"/>
          <p:cNvSpPr/>
          <p:nvPr/>
        </p:nvSpPr>
        <p:spPr>
          <a:xfrm rot="-10800000">
            <a:off x="7241134" y="3941978"/>
            <a:ext cx="605333" cy="160934"/>
          </a:xfrm>
          <a:prstGeom prst="ellipse">
            <a:avLst/>
          </a:prstGeom>
          <a:solidFill>
            <a:srgbClr val="C2C5CA"/>
          </a:solidFill>
          <a:ln/>
        </p:spPr>
      </p:sp>
      <p:pic>
        <p:nvPicPr>
          <p:cNvPr id="500" name="Image 226" descr="preencoded.png"/>
          <p:cNvPicPr>
            <a:picLocks noChangeAspect="1"/>
          </p:cNvPicPr>
          <p:nvPr/>
        </p:nvPicPr>
        <p:blipFill>
          <a:blip r:embed="rId212"/>
          <a:stretch>
            <a:fillRect/>
          </a:stretch>
        </p:blipFill>
        <p:spPr>
          <a:xfrm>
            <a:off x="7241134" y="4044391"/>
            <a:ext cx="611734" cy="478231"/>
          </a:xfrm>
          <a:prstGeom prst="rect">
            <a:avLst/>
          </a:prstGeom>
        </p:spPr>
      </p:pic>
      <p:sp>
        <p:nvSpPr>
          <p:cNvPr id="501" name="Text 272"/>
          <p:cNvSpPr/>
          <p:nvPr/>
        </p:nvSpPr>
        <p:spPr>
          <a:xfrm>
            <a:off x="258814" y="148573"/>
            <a:ext cx="2313353" cy="219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PATHWAY</a:t>
            </a:r>
            <a:endParaRPr lang="en-US" sz="1400" dirty="0"/>
          </a:p>
        </p:txBody>
      </p:sp>
      <p:sp>
        <p:nvSpPr>
          <p:cNvPr id="502" name="Text 273"/>
          <p:cNvSpPr/>
          <p:nvPr/>
        </p:nvSpPr>
        <p:spPr>
          <a:xfrm>
            <a:off x="6154728" y="714377"/>
            <a:ext cx="554126" cy="19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0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</a:t>
            </a:r>
            <a:endParaRPr lang="en-US" sz="1309" dirty="0"/>
          </a:p>
        </p:txBody>
      </p:sp>
      <p:sp>
        <p:nvSpPr>
          <p:cNvPr id="503" name="Text 274"/>
          <p:cNvSpPr/>
          <p:nvPr/>
        </p:nvSpPr>
        <p:spPr>
          <a:xfrm>
            <a:off x="8252460" y="399593"/>
            <a:ext cx="1255471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 flexibility and</a:t>
            </a:r>
            <a:endParaRPr lang="en-US" sz="1000" dirty="0"/>
          </a:p>
        </p:txBody>
      </p:sp>
      <p:sp>
        <p:nvSpPr>
          <p:cNvPr id="504" name="Text 275"/>
          <p:cNvSpPr/>
          <p:nvPr/>
        </p:nvSpPr>
        <p:spPr>
          <a:xfrm>
            <a:off x="8514963" y="579730"/>
            <a:ext cx="1366114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grid-shaping support</a:t>
            </a:r>
            <a:endParaRPr lang="en-US" sz="1000" dirty="0"/>
          </a:p>
        </p:txBody>
      </p:sp>
      <p:sp>
        <p:nvSpPr>
          <p:cNvPr id="505" name="Text 276"/>
          <p:cNvSpPr/>
          <p:nvPr/>
        </p:nvSpPr>
        <p:spPr>
          <a:xfrm>
            <a:off x="5001768" y="1084935"/>
            <a:ext cx="708660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2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</a:t>
            </a:r>
            <a:endParaRPr lang="en-US" sz="1223" dirty="0"/>
          </a:p>
        </p:txBody>
      </p:sp>
      <p:sp>
        <p:nvSpPr>
          <p:cNvPr id="506" name="Text 277"/>
          <p:cNvSpPr/>
          <p:nvPr/>
        </p:nvSpPr>
        <p:spPr>
          <a:xfrm>
            <a:off x="6633058" y="911657"/>
            <a:ext cx="1081735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7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Energy</a:t>
            </a:r>
            <a:endParaRPr lang="en-US" sz="1277" dirty="0"/>
          </a:p>
        </p:txBody>
      </p:sp>
      <p:sp>
        <p:nvSpPr>
          <p:cNvPr id="507" name="Text 278"/>
          <p:cNvSpPr/>
          <p:nvPr/>
        </p:nvSpPr>
        <p:spPr>
          <a:xfrm>
            <a:off x="6676034" y="1108253"/>
            <a:ext cx="1077163" cy="195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(BES)</a:t>
            </a:r>
            <a:endParaRPr lang="en-US" sz="1305" dirty="0"/>
          </a:p>
        </p:txBody>
      </p:sp>
      <p:sp>
        <p:nvSpPr>
          <p:cNvPr id="508" name="Text 279"/>
          <p:cNvSpPr/>
          <p:nvPr/>
        </p:nvSpPr>
        <p:spPr>
          <a:xfrm>
            <a:off x="1853489" y="1311250"/>
            <a:ext cx="342900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9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393" dirty="0"/>
          </a:p>
        </p:txBody>
      </p:sp>
      <p:sp>
        <p:nvSpPr>
          <p:cNvPr id="509" name="Text 280"/>
          <p:cNvSpPr/>
          <p:nvPr/>
        </p:nvSpPr>
        <p:spPr>
          <a:xfrm>
            <a:off x="5531206" y="1641348"/>
            <a:ext cx="831190" cy="1847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2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Bus</a:t>
            </a:r>
            <a:endParaRPr lang="en-US" sz="1227" dirty="0"/>
          </a:p>
        </p:txBody>
      </p:sp>
      <p:sp>
        <p:nvSpPr>
          <p:cNvPr id="510" name="Text 281"/>
          <p:cNvSpPr/>
          <p:nvPr/>
        </p:nvSpPr>
        <p:spPr>
          <a:xfrm>
            <a:off x="10529316" y="1881835"/>
            <a:ext cx="88971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Load</a:t>
            </a:r>
            <a:endParaRPr lang="en-US" sz="1200" dirty="0"/>
          </a:p>
        </p:txBody>
      </p:sp>
      <p:sp>
        <p:nvSpPr>
          <p:cNvPr id="511" name="Text 282"/>
          <p:cNvSpPr/>
          <p:nvPr/>
        </p:nvSpPr>
        <p:spPr>
          <a:xfrm>
            <a:off x="3454603" y="2458822"/>
            <a:ext cx="1321308" cy="19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2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Turbine (GT)</a:t>
            </a:r>
            <a:endParaRPr lang="en-US" sz="1325" dirty="0"/>
          </a:p>
        </p:txBody>
      </p:sp>
      <p:sp>
        <p:nvSpPr>
          <p:cNvPr id="512" name="Text 283"/>
          <p:cNvSpPr/>
          <p:nvPr/>
        </p:nvSpPr>
        <p:spPr>
          <a:xfrm>
            <a:off x="1543507" y="2467966"/>
            <a:ext cx="1022299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Renewables</a:t>
            </a:r>
            <a:endParaRPr lang="en-US" sz="1450" dirty="0"/>
          </a:p>
        </p:txBody>
      </p:sp>
      <p:sp>
        <p:nvSpPr>
          <p:cNvPr id="513" name="Text 284"/>
          <p:cNvSpPr/>
          <p:nvPr/>
        </p:nvSpPr>
        <p:spPr>
          <a:xfrm>
            <a:off x="196596" y="2855671"/>
            <a:ext cx="1831543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PATHWAY</a:t>
            </a:r>
            <a:endParaRPr lang="en-US" sz="1400" dirty="0"/>
          </a:p>
        </p:txBody>
      </p:sp>
      <p:sp>
        <p:nvSpPr>
          <p:cNvPr id="514" name="Text 285"/>
          <p:cNvSpPr/>
          <p:nvPr/>
        </p:nvSpPr>
        <p:spPr>
          <a:xfrm>
            <a:off x="5540350" y="3468319"/>
            <a:ext cx="1014984" cy="209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9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Bus</a:t>
            </a:r>
            <a:endParaRPr lang="en-US" sz="1397" dirty="0"/>
          </a:p>
        </p:txBody>
      </p:sp>
      <p:sp>
        <p:nvSpPr>
          <p:cNvPr id="515" name="Text 286"/>
          <p:cNvSpPr/>
          <p:nvPr/>
        </p:nvSpPr>
        <p:spPr>
          <a:xfrm>
            <a:off x="7269480" y="3475634"/>
            <a:ext cx="427025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8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Boiler</a:t>
            </a:r>
            <a:endParaRPr lang="en-US" sz="1288" dirty="0"/>
          </a:p>
        </p:txBody>
      </p:sp>
      <p:sp>
        <p:nvSpPr>
          <p:cNvPr id="516" name="Text 287"/>
          <p:cNvSpPr/>
          <p:nvPr/>
        </p:nvSpPr>
        <p:spPr>
          <a:xfrm>
            <a:off x="6354096" y="3932899"/>
            <a:ext cx="724205" cy="188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5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</a:t>
            </a:r>
            <a:endParaRPr lang="en-US" sz="1251" dirty="0"/>
          </a:p>
        </p:txBody>
      </p:sp>
      <p:sp>
        <p:nvSpPr>
          <p:cNvPr id="517" name="Text 288"/>
          <p:cNvSpPr/>
          <p:nvPr/>
        </p:nvSpPr>
        <p:spPr>
          <a:xfrm>
            <a:off x="8317382" y="4059936"/>
            <a:ext cx="1037844" cy="176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heat</a:t>
            </a:r>
            <a:endParaRPr lang="en-US" sz="1000" dirty="0"/>
          </a:p>
        </p:txBody>
      </p:sp>
      <p:sp>
        <p:nvSpPr>
          <p:cNvPr id="518" name="Text 289"/>
          <p:cNvSpPr/>
          <p:nvPr/>
        </p:nvSpPr>
        <p:spPr>
          <a:xfrm>
            <a:off x="10511942" y="3990442"/>
            <a:ext cx="1024128" cy="202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4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Heating Load</a:t>
            </a:r>
            <a:endParaRPr lang="en-US" sz="1343" dirty="0"/>
          </a:p>
        </p:txBody>
      </p:sp>
      <p:sp>
        <p:nvSpPr>
          <p:cNvPr id="519" name="Text 290"/>
          <p:cNvSpPr/>
          <p:nvPr/>
        </p:nvSpPr>
        <p:spPr>
          <a:xfrm>
            <a:off x="3939235" y="4069080"/>
            <a:ext cx="481889" cy="193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89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HRSG</a:t>
            </a:r>
            <a:endParaRPr lang="en-US" sz="1289" dirty="0"/>
          </a:p>
        </p:txBody>
      </p:sp>
      <p:sp>
        <p:nvSpPr>
          <p:cNvPr id="520" name="Text 291"/>
          <p:cNvSpPr/>
          <p:nvPr/>
        </p:nvSpPr>
        <p:spPr>
          <a:xfrm>
            <a:off x="8304581" y="4254703"/>
            <a:ext cx="1293876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buffering and shifting</a:t>
            </a:r>
            <a:endParaRPr lang="en-US" sz="1000" dirty="0"/>
          </a:p>
        </p:txBody>
      </p:sp>
      <p:sp>
        <p:nvSpPr>
          <p:cNvPr id="521" name="Text 292"/>
          <p:cNvSpPr/>
          <p:nvPr/>
        </p:nvSpPr>
        <p:spPr>
          <a:xfrm>
            <a:off x="6354096" y="4354372"/>
            <a:ext cx="57973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</a:t>
            </a:r>
            <a:endParaRPr lang="en-US" sz="1370" dirty="0"/>
          </a:p>
        </p:txBody>
      </p:sp>
      <p:sp>
        <p:nvSpPr>
          <p:cNvPr id="522" name="Text 293"/>
          <p:cNvSpPr/>
          <p:nvPr/>
        </p:nvSpPr>
        <p:spPr>
          <a:xfrm>
            <a:off x="6899148" y="4611319"/>
            <a:ext cx="1203350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2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Energy</a:t>
            </a:r>
            <a:endParaRPr lang="en-US" sz="1322" dirty="0"/>
          </a:p>
        </p:txBody>
      </p:sp>
      <p:sp>
        <p:nvSpPr>
          <p:cNvPr id="523" name="Text 294"/>
          <p:cNvSpPr/>
          <p:nvPr/>
        </p:nvSpPr>
        <p:spPr>
          <a:xfrm>
            <a:off x="6959498" y="4826203"/>
            <a:ext cx="1059790" cy="1947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9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 (TES)</a:t>
            </a:r>
            <a:endParaRPr lang="en-US" sz="1295" dirty="0"/>
          </a:p>
        </p:txBody>
      </p:sp>
      <p:sp>
        <p:nvSpPr>
          <p:cNvPr id="524" name="Text 295"/>
          <p:cNvSpPr/>
          <p:nvPr/>
        </p:nvSpPr>
        <p:spPr>
          <a:xfrm>
            <a:off x="276434" y="5208880"/>
            <a:ext cx="1800454" cy="220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PATHWAY</a:t>
            </a:r>
            <a:endParaRPr lang="en-US" sz="1400" dirty="0"/>
          </a:p>
        </p:txBody>
      </p:sp>
      <p:sp>
        <p:nvSpPr>
          <p:cNvPr id="525" name="Text 296"/>
          <p:cNvSpPr/>
          <p:nvPr/>
        </p:nvSpPr>
        <p:spPr>
          <a:xfrm>
            <a:off x="1459382" y="5635447"/>
            <a:ext cx="1580998" cy="16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Thermally driven cooling,</a:t>
            </a:r>
            <a:endParaRPr lang="en-US" sz="1000" dirty="0"/>
          </a:p>
        </p:txBody>
      </p:sp>
      <p:sp>
        <p:nvSpPr>
          <p:cNvPr id="526" name="Text 297"/>
          <p:cNvSpPr/>
          <p:nvPr/>
        </p:nvSpPr>
        <p:spPr>
          <a:xfrm>
            <a:off x="1462474" y="5841085"/>
            <a:ext cx="1070762" cy="166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 only with</a:t>
            </a:r>
            <a:endParaRPr lang="en-US" sz="1000" dirty="0"/>
          </a:p>
        </p:txBody>
      </p:sp>
      <p:sp>
        <p:nvSpPr>
          <p:cNvPr id="527" name="Text 298"/>
          <p:cNvSpPr/>
          <p:nvPr/>
        </p:nvSpPr>
        <p:spPr>
          <a:xfrm>
            <a:off x="8961120" y="5861304"/>
            <a:ext cx="998525" cy="198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32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Load</a:t>
            </a:r>
            <a:endParaRPr lang="en-US" sz="1322" dirty="0"/>
          </a:p>
        </p:txBody>
      </p:sp>
      <p:sp>
        <p:nvSpPr>
          <p:cNvPr id="528" name="Text 299"/>
          <p:cNvSpPr/>
          <p:nvPr/>
        </p:nvSpPr>
        <p:spPr>
          <a:xfrm>
            <a:off x="1455725" y="6020410"/>
            <a:ext cx="126461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sufficient driving heat</a:t>
            </a:r>
            <a:endParaRPr lang="en-US" sz="1050" dirty="0"/>
          </a:p>
        </p:txBody>
      </p:sp>
      <p:sp>
        <p:nvSpPr>
          <p:cNvPr id="529" name="Text 300"/>
          <p:cNvSpPr/>
          <p:nvPr/>
        </p:nvSpPr>
        <p:spPr>
          <a:xfrm>
            <a:off x="6926580" y="6006694"/>
            <a:ext cx="9985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Electrically driven</a:t>
            </a:r>
            <a:endParaRPr lang="en-US" sz="1002" dirty="0"/>
          </a:p>
        </p:txBody>
      </p:sp>
      <p:sp>
        <p:nvSpPr>
          <p:cNvPr id="531" name="Text 302"/>
          <p:cNvSpPr/>
          <p:nvPr/>
        </p:nvSpPr>
        <p:spPr>
          <a:xfrm>
            <a:off x="6969557" y="6184087"/>
            <a:ext cx="987552" cy="170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cooling fallback</a:t>
            </a:r>
            <a:endParaRPr lang="en-US" sz="1000" dirty="0"/>
          </a:p>
        </p:txBody>
      </p:sp>
      <p:sp>
        <p:nvSpPr>
          <p:cNvPr id="533" name="Text 304"/>
          <p:cNvSpPr/>
          <p:nvPr/>
        </p:nvSpPr>
        <p:spPr>
          <a:xfrm>
            <a:off x="3385109" y="6300216"/>
            <a:ext cx="1192378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18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Absorption Chiller</a:t>
            </a:r>
            <a:endParaRPr lang="en-US" sz="1181" dirty="0"/>
          </a:p>
        </p:txBody>
      </p:sp>
      <p:sp>
        <p:nvSpPr>
          <p:cNvPr id="534" name="Text 305"/>
          <p:cNvSpPr/>
          <p:nvPr/>
        </p:nvSpPr>
        <p:spPr>
          <a:xfrm>
            <a:off x="5445252" y="6297473"/>
            <a:ext cx="895198" cy="165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092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Chiller</a:t>
            </a:r>
            <a:endParaRPr lang="en-US" sz="1092" dirty="0"/>
          </a:p>
        </p:txBody>
      </p:sp>
      <p:sp>
        <p:nvSpPr>
          <p:cNvPr id="536" name="Text 307"/>
          <p:cNvSpPr/>
          <p:nvPr/>
        </p:nvSpPr>
        <p:spPr>
          <a:xfrm>
            <a:off x="3848710" y="6488582"/>
            <a:ext cx="531266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543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(ABS)</a:t>
            </a:r>
            <a:endParaRPr lang="en-US" sz="1543" dirty="0"/>
          </a:p>
        </p:txBody>
      </p:sp>
      <p:sp>
        <p:nvSpPr>
          <p:cNvPr id="537" name="Text 308"/>
          <p:cNvSpPr/>
          <p:nvPr/>
        </p:nvSpPr>
        <p:spPr>
          <a:xfrm>
            <a:off x="5780837" y="6489497"/>
            <a:ext cx="5715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594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(ECH)</a:t>
            </a:r>
            <a:endParaRPr lang="en-US" sz="1594" dirty="0"/>
          </a:p>
        </p:txBody>
      </p:sp>
      <p:cxnSp>
        <p:nvCxnSpPr>
          <p:cNvPr id="539" name="直接连接符 538">
            <a:extLst>
              <a:ext uri="{FF2B5EF4-FFF2-40B4-BE49-F238E27FC236}">
                <a16:creationId xmlns:a16="http://schemas.microsoft.com/office/drawing/2014/main" id="{3CAB7559-8777-666E-A99E-C13087555923}"/>
              </a:ext>
            </a:extLst>
          </p:cNvPr>
          <p:cNvCxnSpPr>
            <a:cxnSpLocks/>
          </p:cNvCxnSpPr>
          <p:nvPr/>
        </p:nvCxnSpPr>
        <p:spPr>
          <a:xfrm flipH="1">
            <a:off x="2331720" y="1873606"/>
            <a:ext cx="0" cy="360000"/>
          </a:xfrm>
          <a:prstGeom prst="line">
            <a:avLst/>
          </a:prstGeom>
          <a:ln>
            <a:solidFill>
              <a:srgbClr val="323232"/>
            </a:solidFill>
          </a:ln>
          <a:effectLst/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2" name="直接连接符 541">
            <a:extLst>
              <a:ext uri="{FF2B5EF4-FFF2-40B4-BE49-F238E27FC236}">
                <a16:creationId xmlns:a16="http://schemas.microsoft.com/office/drawing/2014/main" id="{2AEF6AFD-35DC-9390-BA29-C170A25FB288}"/>
              </a:ext>
            </a:extLst>
          </p:cNvPr>
          <p:cNvCxnSpPr>
            <a:cxnSpLocks/>
          </p:cNvCxnSpPr>
          <p:nvPr/>
        </p:nvCxnSpPr>
        <p:spPr>
          <a:xfrm>
            <a:off x="6888293" y="6478524"/>
            <a:ext cx="1364167" cy="0"/>
          </a:xfrm>
          <a:prstGeom prst="line">
            <a:avLst/>
          </a:prstGeom>
          <a:ln w="15875">
            <a:solidFill>
              <a:srgbClr val="616B7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连接符: 肘形 544">
            <a:extLst>
              <a:ext uri="{FF2B5EF4-FFF2-40B4-BE49-F238E27FC236}">
                <a16:creationId xmlns:a16="http://schemas.microsoft.com/office/drawing/2014/main" id="{55F2DABF-17D8-3705-C0EC-BA7AD2AC9C15}"/>
              </a:ext>
            </a:extLst>
          </p:cNvPr>
          <p:cNvCxnSpPr>
            <a:cxnSpLocks/>
          </p:cNvCxnSpPr>
          <p:nvPr/>
        </p:nvCxnSpPr>
        <p:spPr>
          <a:xfrm rot="10800000">
            <a:off x="6312180" y="3751783"/>
            <a:ext cx="856716" cy="410566"/>
          </a:xfrm>
          <a:prstGeom prst="bentConnector3">
            <a:avLst>
              <a:gd name="adj1" fmla="val 100402"/>
            </a:avLst>
          </a:prstGeom>
          <a:ln w="28575">
            <a:solidFill>
              <a:srgbClr val="D07B3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连接符: 肘形 566">
            <a:extLst>
              <a:ext uri="{FF2B5EF4-FFF2-40B4-BE49-F238E27FC236}">
                <a16:creationId xmlns:a16="http://schemas.microsoft.com/office/drawing/2014/main" id="{F9DA7227-728C-6405-21BC-60E0792BD4B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5964632" y="750900"/>
            <a:ext cx="884681" cy="692658"/>
          </a:xfrm>
          <a:prstGeom prst="bentConnector2">
            <a:avLst/>
          </a:prstGeom>
          <a:ln w="28575">
            <a:solidFill>
              <a:srgbClr val="307AA8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76</Words>
  <Application>Microsoft Office PowerPoint</Application>
  <PresentationFormat>宽屏</PresentationFormat>
  <Paragraphs>35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WJ T</cp:lastModifiedBy>
  <cp:revision>4</cp:revision>
  <dcterms:created xsi:type="dcterms:W3CDTF">2026-04-04T12:01:10Z</dcterms:created>
  <dcterms:modified xsi:type="dcterms:W3CDTF">2026-04-06T12:09:59Z</dcterms:modified>
</cp:coreProperties>
</file>