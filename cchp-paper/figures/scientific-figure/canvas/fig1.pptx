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6F9A"/>
    <a:srgbClr val="E2E2E2"/>
    <a:srgbClr val="F1F1F1"/>
    <a:srgbClr val="906B48"/>
    <a:srgbClr val="116B95"/>
    <a:srgbClr val="E4C488"/>
    <a:srgbClr val="575857"/>
    <a:srgbClr val="1B5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82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5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99" Type="http://schemas.openxmlformats.org/officeDocument/2006/relationships/image" Target="../media/image297.png"/><Relationship Id="rId21" Type="http://schemas.openxmlformats.org/officeDocument/2006/relationships/image" Target="../media/image19.png"/><Relationship Id="rId63" Type="http://schemas.openxmlformats.org/officeDocument/2006/relationships/image" Target="../media/image61.png"/><Relationship Id="rId159" Type="http://schemas.openxmlformats.org/officeDocument/2006/relationships/image" Target="../media/image157.png"/><Relationship Id="rId324" Type="http://schemas.openxmlformats.org/officeDocument/2006/relationships/image" Target="../media/image322.png"/><Relationship Id="rId366" Type="http://schemas.openxmlformats.org/officeDocument/2006/relationships/image" Target="../media/image364.png"/><Relationship Id="rId170" Type="http://schemas.openxmlformats.org/officeDocument/2006/relationships/image" Target="../media/image168.png"/><Relationship Id="rId226" Type="http://schemas.openxmlformats.org/officeDocument/2006/relationships/image" Target="../media/image224.png"/><Relationship Id="rId268" Type="http://schemas.openxmlformats.org/officeDocument/2006/relationships/image" Target="../media/image266.png"/><Relationship Id="rId32" Type="http://schemas.openxmlformats.org/officeDocument/2006/relationships/image" Target="../media/image30.png"/><Relationship Id="rId74" Type="http://schemas.openxmlformats.org/officeDocument/2006/relationships/image" Target="../media/image72.png"/><Relationship Id="rId128" Type="http://schemas.openxmlformats.org/officeDocument/2006/relationships/image" Target="../media/image126.png"/><Relationship Id="rId335" Type="http://schemas.openxmlformats.org/officeDocument/2006/relationships/image" Target="../media/image333.png"/><Relationship Id="rId377" Type="http://schemas.openxmlformats.org/officeDocument/2006/relationships/image" Target="../media/image375.png"/><Relationship Id="rId5" Type="http://schemas.openxmlformats.org/officeDocument/2006/relationships/image" Target="../media/image3.png"/><Relationship Id="rId181" Type="http://schemas.openxmlformats.org/officeDocument/2006/relationships/image" Target="../media/image179.png"/><Relationship Id="rId237" Type="http://schemas.openxmlformats.org/officeDocument/2006/relationships/image" Target="../media/image235.png"/><Relationship Id="rId279" Type="http://schemas.openxmlformats.org/officeDocument/2006/relationships/image" Target="../media/image277.png"/><Relationship Id="rId43" Type="http://schemas.openxmlformats.org/officeDocument/2006/relationships/image" Target="../media/image41.png"/><Relationship Id="rId139" Type="http://schemas.openxmlformats.org/officeDocument/2006/relationships/image" Target="../media/image137.png"/><Relationship Id="rId290" Type="http://schemas.openxmlformats.org/officeDocument/2006/relationships/image" Target="../media/image288.png"/><Relationship Id="rId304" Type="http://schemas.openxmlformats.org/officeDocument/2006/relationships/image" Target="../media/image302.png"/><Relationship Id="rId346" Type="http://schemas.openxmlformats.org/officeDocument/2006/relationships/image" Target="../media/image344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92" Type="http://schemas.openxmlformats.org/officeDocument/2006/relationships/image" Target="../media/image190.png"/><Relationship Id="rId206" Type="http://schemas.openxmlformats.org/officeDocument/2006/relationships/image" Target="../media/image204.png"/><Relationship Id="rId248" Type="http://schemas.openxmlformats.org/officeDocument/2006/relationships/image" Target="../media/image246.png"/><Relationship Id="rId12" Type="http://schemas.openxmlformats.org/officeDocument/2006/relationships/image" Target="../media/image10.png"/><Relationship Id="rId108" Type="http://schemas.openxmlformats.org/officeDocument/2006/relationships/image" Target="../media/image106.png"/><Relationship Id="rId315" Type="http://schemas.openxmlformats.org/officeDocument/2006/relationships/image" Target="../media/image313.png"/><Relationship Id="rId357" Type="http://schemas.openxmlformats.org/officeDocument/2006/relationships/image" Target="../media/image355.png"/><Relationship Id="rId54" Type="http://schemas.openxmlformats.org/officeDocument/2006/relationships/image" Target="../media/image52.png"/><Relationship Id="rId96" Type="http://schemas.openxmlformats.org/officeDocument/2006/relationships/image" Target="../media/image94.png"/><Relationship Id="rId161" Type="http://schemas.openxmlformats.org/officeDocument/2006/relationships/image" Target="../media/image159.png"/><Relationship Id="rId217" Type="http://schemas.openxmlformats.org/officeDocument/2006/relationships/image" Target="../media/image215.png"/><Relationship Id="rId259" Type="http://schemas.openxmlformats.org/officeDocument/2006/relationships/image" Target="../media/image257.png"/><Relationship Id="rId23" Type="http://schemas.openxmlformats.org/officeDocument/2006/relationships/image" Target="../media/image21.png"/><Relationship Id="rId119" Type="http://schemas.openxmlformats.org/officeDocument/2006/relationships/image" Target="../media/image117.png"/><Relationship Id="rId270" Type="http://schemas.openxmlformats.org/officeDocument/2006/relationships/image" Target="../media/image268.png"/><Relationship Id="rId326" Type="http://schemas.openxmlformats.org/officeDocument/2006/relationships/image" Target="../media/image324.png"/><Relationship Id="rId65" Type="http://schemas.openxmlformats.org/officeDocument/2006/relationships/image" Target="../media/image63.png"/><Relationship Id="rId130" Type="http://schemas.openxmlformats.org/officeDocument/2006/relationships/image" Target="../media/image128.png"/><Relationship Id="rId368" Type="http://schemas.openxmlformats.org/officeDocument/2006/relationships/image" Target="../media/image366.png"/><Relationship Id="rId172" Type="http://schemas.openxmlformats.org/officeDocument/2006/relationships/image" Target="../media/image170.png"/><Relationship Id="rId228" Type="http://schemas.openxmlformats.org/officeDocument/2006/relationships/image" Target="../media/image226.png"/><Relationship Id="rId281" Type="http://schemas.openxmlformats.org/officeDocument/2006/relationships/image" Target="../media/image279.png"/><Relationship Id="rId337" Type="http://schemas.openxmlformats.org/officeDocument/2006/relationships/image" Target="../media/image335.png"/><Relationship Id="rId34" Type="http://schemas.openxmlformats.org/officeDocument/2006/relationships/image" Target="../media/image32.png"/><Relationship Id="rId76" Type="http://schemas.openxmlformats.org/officeDocument/2006/relationships/image" Target="../media/image74.png"/><Relationship Id="rId141" Type="http://schemas.openxmlformats.org/officeDocument/2006/relationships/image" Target="../media/image139.png"/><Relationship Id="rId379" Type="http://schemas.openxmlformats.org/officeDocument/2006/relationships/image" Target="../media/image377.svg"/><Relationship Id="rId7" Type="http://schemas.openxmlformats.org/officeDocument/2006/relationships/image" Target="../media/image5.png"/><Relationship Id="rId183" Type="http://schemas.openxmlformats.org/officeDocument/2006/relationships/image" Target="../media/image181.png"/><Relationship Id="rId239" Type="http://schemas.openxmlformats.org/officeDocument/2006/relationships/image" Target="../media/image237.png"/><Relationship Id="rId250" Type="http://schemas.openxmlformats.org/officeDocument/2006/relationships/image" Target="../media/image248.png"/><Relationship Id="rId292" Type="http://schemas.openxmlformats.org/officeDocument/2006/relationships/image" Target="../media/image290.png"/><Relationship Id="rId306" Type="http://schemas.openxmlformats.org/officeDocument/2006/relationships/image" Target="../media/image304.png"/><Relationship Id="rId45" Type="http://schemas.openxmlformats.org/officeDocument/2006/relationships/image" Target="../media/image43.png"/><Relationship Id="rId87" Type="http://schemas.openxmlformats.org/officeDocument/2006/relationships/image" Target="../media/image85.png"/><Relationship Id="rId110" Type="http://schemas.openxmlformats.org/officeDocument/2006/relationships/image" Target="../media/image108.png"/><Relationship Id="rId348" Type="http://schemas.openxmlformats.org/officeDocument/2006/relationships/image" Target="../media/image346.png"/><Relationship Id="rId152" Type="http://schemas.openxmlformats.org/officeDocument/2006/relationships/image" Target="../media/image150.png"/><Relationship Id="rId194" Type="http://schemas.openxmlformats.org/officeDocument/2006/relationships/image" Target="../media/image192.png"/><Relationship Id="rId208" Type="http://schemas.openxmlformats.org/officeDocument/2006/relationships/image" Target="../media/image206.png"/><Relationship Id="rId261" Type="http://schemas.openxmlformats.org/officeDocument/2006/relationships/image" Target="../media/image259.png"/><Relationship Id="rId14" Type="http://schemas.openxmlformats.org/officeDocument/2006/relationships/image" Target="../media/image12.png"/><Relationship Id="rId56" Type="http://schemas.openxmlformats.org/officeDocument/2006/relationships/image" Target="../media/image54.png"/><Relationship Id="rId317" Type="http://schemas.openxmlformats.org/officeDocument/2006/relationships/image" Target="../media/image315.png"/><Relationship Id="rId359" Type="http://schemas.openxmlformats.org/officeDocument/2006/relationships/image" Target="../media/image357.png"/><Relationship Id="rId98" Type="http://schemas.openxmlformats.org/officeDocument/2006/relationships/image" Target="../media/image96.png"/><Relationship Id="rId121" Type="http://schemas.openxmlformats.org/officeDocument/2006/relationships/image" Target="../media/image119.png"/><Relationship Id="rId163" Type="http://schemas.openxmlformats.org/officeDocument/2006/relationships/image" Target="../media/image161.png"/><Relationship Id="rId219" Type="http://schemas.openxmlformats.org/officeDocument/2006/relationships/image" Target="../media/image217.png"/><Relationship Id="rId370" Type="http://schemas.openxmlformats.org/officeDocument/2006/relationships/image" Target="../media/image368.png"/><Relationship Id="rId230" Type="http://schemas.openxmlformats.org/officeDocument/2006/relationships/image" Target="../media/image228.png"/><Relationship Id="rId25" Type="http://schemas.openxmlformats.org/officeDocument/2006/relationships/image" Target="../media/image23.png"/><Relationship Id="rId67" Type="http://schemas.openxmlformats.org/officeDocument/2006/relationships/image" Target="../media/image65.png"/><Relationship Id="rId272" Type="http://schemas.openxmlformats.org/officeDocument/2006/relationships/image" Target="../media/image270.png"/><Relationship Id="rId328" Type="http://schemas.openxmlformats.org/officeDocument/2006/relationships/image" Target="../media/image326.png"/><Relationship Id="rId132" Type="http://schemas.openxmlformats.org/officeDocument/2006/relationships/image" Target="../media/image130.png"/><Relationship Id="rId174" Type="http://schemas.openxmlformats.org/officeDocument/2006/relationships/image" Target="../media/image172.png"/><Relationship Id="rId241" Type="http://schemas.openxmlformats.org/officeDocument/2006/relationships/image" Target="../media/image239.png"/><Relationship Id="rId36" Type="http://schemas.openxmlformats.org/officeDocument/2006/relationships/image" Target="../media/image34.png"/><Relationship Id="rId283" Type="http://schemas.openxmlformats.org/officeDocument/2006/relationships/image" Target="../media/image281.png"/><Relationship Id="rId339" Type="http://schemas.openxmlformats.org/officeDocument/2006/relationships/image" Target="../media/image337.png"/><Relationship Id="rId78" Type="http://schemas.openxmlformats.org/officeDocument/2006/relationships/image" Target="../media/image76.png"/><Relationship Id="rId101" Type="http://schemas.openxmlformats.org/officeDocument/2006/relationships/image" Target="../media/image99.png"/><Relationship Id="rId143" Type="http://schemas.openxmlformats.org/officeDocument/2006/relationships/image" Target="../media/image141.png"/><Relationship Id="rId185" Type="http://schemas.openxmlformats.org/officeDocument/2006/relationships/image" Target="../media/image183.png"/><Relationship Id="rId350" Type="http://schemas.openxmlformats.org/officeDocument/2006/relationships/image" Target="../media/image348.png"/><Relationship Id="rId9" Type="http://schemas.openxmlformats.org/officeDocument/2006/relationships/image" Target="../media/image7.png"/><Relationship Id="rId210" Type="http://schemas.openxmlformats.org/officeDocument/2006/relationships/image" Target="../media/image208.png"/><Relationship Id="rId26" Type="http://schemas.openxmlformats.org/officeDocument/2006/relationships/image" Target="../media/image24.png"/><Relationship Id="rId231" Type="http://schemas.openxmlformats.org/officeDocument/2006/relationships/image" Target="../media/image229.png"/><Relationship Id="rId252" Type="http://schemas.openxmlformats.org/officeDocument/2006/relationships/image" Target="../media/image250.png"/><Relationship Id="rId273" Type="http://schemas.openxmlformats.org/officeDocument/2006/relationships/image" Target="../media/image271.png"/><Relationship Id="rId294" Type="http://schemas.openxmlformats.org/officeDocument/2006/relationships/image" Target="../media/image292.png"/><Relationship Id="rId308" Type="http://schemas.openxmlformats.org/officeDocument/2006/relationships/image" Target="../media/image306.png"/><Relationship Id="rId329" Type="http://schemas.openxmlformats.org/officeDocument/2006/relationships/image" Target="../media/image327.png"/><Relationship Id="rId47" Type="http://schemas.openxmlformats.org/officeDocument/2006/relationships/image" Target="../media/image45.png"/><Relationship Id="rId68" Type="http://schemas.openxmlformats.org/officeDocument/2006/relationships/image" Target="../media/image66.png"/><Relationship Id="rId89" Type="http://schemas.openxmlformats.org/officeDocument/2006/relationships/image" Target="../media/image87.png"/><Relationship Id="rId112" Type="http://schemas.openxmlformats.org/officeDocument/2006/relationships/image" Target="../media/image110.pn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340" Type="http://schemas.openxmlformats.org/officeDocument/2006/relationships/image" Target="../media/image338.png"/><Relationship Id="rId361" Type="http://schemas.openxmlformats.org/officeDocument/2006/relationships/image" Target="../media/image359.png"/><Relationship Id="rId196" Type="http://schemas.openxmlformats.org/officeDocument/2006/relationships/image" Target="../media/image194.png"/><Relationship Id="rId200" Type="http://schemas.openxmlformats.org/officeDocument/2006/relationships/image" Target="../media/image198.png"/><Relationship Id="rId16" Type="http://schemas.openxmlformats.org/officeDocument/2006/relationships/image" Target="../media/image14.png"/><Relationship Id="rId221" Type="http://schemas.openxmlformats.org/officeDocument/2006/relationships/image" Target="../media/image219.png"/><Relationship Id="rId242" Type="http://schemas.openxmlformats.org/officeDocument/2006/relationships/image" Target="../media/image240.png"/><Relationship Id="rId263" Type="http://schemas.openxmlformats.org/officeDocument/2006/relationships/image" Target="../media/image261.png"/><Relationship Id="rId284" Type="http://schemas.openxmlformats.org/officeDocument/2006/relationships/image" Target="../media/image282.png"/><Relationship Id="rId319" Type="http://schemas.openxmlformats.org/officeDocument/2006/relationships/image" Target="../media/image317.png"/><Relationship Id="rId37" Type="http://schemas.openxmlformats.org/officeDocument/2006/relationships/image" Target="../media/image35.png"/><Relationship Id="rId58" Type="http://schemas.openxmlformats.org/officeDocument/2006/relationships/image" Target="../media/image56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123" Type="http://schemas.openxmlformats.org/officeDocument/2006/relationships/image" Target="../media/image121.png"/><Relationship Id="rId144" Type="http://schemas.openxmlformats.org/officeDocument/2006/relationships/image" Target="../media/image142.png"/><Relationship Id="rId330" Type="http://schemas.openxmlformats.org/officeDocument/2006/relationships/image" Target="../media/image328.png"/><Relationship Id="rId90" Type="http://schemas.openxmlformats.org/officeDocument/2006/relationships/image" Target="../media/image88.png"/><Relationship Id="rId165" Type="http://schemas.openxmlformats.org/officeDocument/2006/relationships/image" Target="../media/image163.png"/><Relationship Id="rId186" Type="http://schemas.openxmlformats.org/officeDocument/2006/relationships/image" Target="../media/image184.png"/><Relationship Id="rId351" Type="http://schemas.openxmlformats.org/officeDocument/2006/relationships/image" Target="../media/image349.png"/><Relationship Id="rId372" Type="http://schemas.openxmlformats.org/officeDocument/2006/relationships/image" Target="../media/image370.png"/><Relationship Id="rId211" Type="http://schemas.openxmlformats.org/officeDocument/2006/relationships/image" Target="../media/image209.png"/><Relationship Id="rId232" Type="http://schemas.openxmlformats.org/officeDocument/2006/relationships/image" Target="../media/image230.png"/><Relationship Id="rId253" Type="http://schemas.openxmlformats.org/officeDocument/2006/relationships/image" Target="../media/image251.png"/><Relationship Id="rId274" Type="http://schemas.openxmlformats.org/officeDocument/2006/relationships/image" Target="../media/image272.png"/><Relationship Id="rId295" Type="http://schemas.openxmlformats.org/officeDocument/2006/relationships/image" Target="../media/image293.png"/><Relationship Id="rId309" Type="http://schemas.openxmlformats.org/officeDocument/2006/relationships/image" Target="../media/image307.png"/><Relationship Id="rId27" Type="http://schemas.openxmlformats.org/officeDocument/2006/relationships/image" Target="../media/image25.png"/><Relationship Id="rId48" Type="http://schemas.openxmlformats.org/officeDocument/2006/relationships/image" Target="../media/image46.pn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png"/><Relationship Id="rId320" Type="http://schemas.openxmlformats.org/officeDocument/2006/relationships/image" Target="../media/image318.png"/><Relationship Id="rId80" Type="http://schemas.openxmlformats.org/officeDocument/2006/relationships/image" Target="../media/image78.png"/><Relationship Id="rId155" Type="http://schemas.openxmlformats.org/officeDocument/2006/relationships/image" Target="../media/image153.png"/><Relationship Id="rId176" Type="http://schemas.openxmlformats.org/officeDocument/2006/relationships/image" Target="../media/image174.png"/><Relationship Id="rId197" Type="http://schemas.openxmlformats.org/officeDocument/2006/relationships/image" Target="../media/image195.png"/><Relationship Id="rId341" Type="http://schemas.openxmlformats.org/officeDocument/2006/relationships/image" Target="../media/image339.png"/><Relationship Id="rId362" Type="http://schemas.openxmlformats.org/officeDocument/2006/relationships/image" Target="../media/image360.png"/><Relationship Id="rId201" Type="http://schemas.openxmlformats.org/officeDocument/2006/relationships/image" Target="../media/image199.png"/><Relationship Id="rId222" Type="http://schemas.openxmlformats.org/officeDocument/2006/relationships/image" Target="../media/image220.png"/><Relationship Id="rId243" Type="http://schemas.openxmlformats.org/officeDocument/2006/relationships/image" Target="../media/image241.png"/><Relationship Id="rId264" Type="http://schemas.openxmlformats.org/officeDocument/2006/relationships/image" Target="../media/image262.png"/><Relationship Id="rId285" Type="http://schemas.openxmlformats.org/officeDocument/2006/relationships/image" Target="../media/image283.png"/><Relationship Id="rId17" Type="http://schemas.openxmlformats.org/officeDocument/2006/relationships/image" Target="../media/image15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png"/><Relationship Id="rId310" Type="http://schemas.openxmlformats.org/officeDocument/2006/relationships/image" Target="../media/image308.png"/><Relationship Id="rId70" Type="http://schemas.openxmlformats.org/officeDocument/2006/relationships/image" Target="../media/image68.pn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png"/><Relationship Id="rId187" Type="http://schemas.openxmlformats.org/officeDocument/2006/relationships/image" Target="../media/image185.png"/><Relationship Id="rId331" Type="http://schemas.openxmlformats.org/officeDocument/2006/relationships/image" Target="../media/image329.png"/><Relationship Id="rId352" Type="http://schemas.openxmlformats.org/officeDocument/2006/relationships/image" Target="../media/image350.png"/><Relationship Id="rId373" Type="http://schemas.openxmlformats.org/officeDocument/2006/relationships/image" Target="../media/image371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210.png"/><Relationship Id="rId233" Type="http://schemas.openxmlformats.org/officeDocument/2006/relationships/image" Target="../media/image231.png"/><Relationship Id="rId254" Type="http://schemas.openxmlformats.org/officeDocument/2006/relationships/image" Target="../media/image252.png"/><Relationship Id="rId28" Type="http://schemas.openxmlformats.org/officeDocument/2006/relationships/image" Target="../media/image26.png"/><Relationship Id="rId49" Type="http://schemas.openxmlformats.org/officeDocument/2006/relationships/image" Target="../media/image47.png"/><Relationship Id="rId114" Type="http://schemas.openxmlformats.org/officeDocument/2006/relationships/image" Target="../media/image112.png"/><Relationship Id="rId275" Type="http://schemas.openxmlformats.org/officeDocument/2006/relationships/image" Target="../media/image273.png"/><Relationship Id="rId296" Type="http://schemas.openxmlformats.org/officeDocument/2006/relationships/image" Target="../media/image294.png"/><Relationship Id="rId300" Type="http://schemas.openxmlformats.org/officeDocument/2006/relationships/image" Target="../media/image298.png"/><Relationship Id="rId60" Type="http://schemas.openxmlformats.org/officeDocument/2006/relationships/image" Target="../media/image58.png"/><Relationship Id="rId81" Type="http://schemas.openxmlformats.org/officeDocument/2006/relationships/image" Target="../media/image79.png"/><Relationship Id="rId135" Type="http://schemas.openxmlformats.org/officeDocument/2006/relationships/image" Target="../media/image133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Relationship Id="rId198" Type="http://schemas.openxmlformats.org/officeDocument/2006/relationships/image" Target="../media/image196.png"/><Relationship Id="rId321" Type="http://schemas.openxmlformats.org/officeDocument/2006/relationships/image" Target="../media/image319.png"/><Relationship Id="rId342" Type="http://schemas.openxmlformats.org/officeDocument/2006/relationships/image" Target="../media/image340.png"/><Relationship Id="rId363" Type="http://schemas.openxmlformats.org/officeDocument/2006/relationships/image" Target="../media/image361.png"/><Relationship Id="rId202" Type="http://schemas.openxmlformats.org/officeDocument/2006/relationships/image" Target="../media/image200.png"/><Relationship Id="rId223" Type="http://schemas.openxmlformats.org/officeDocument/2006/relationships/image" Target="../media/image221.png"/><Relationship Id="rId244" Type="http://schemas.openxmlformats.org/officeDocument/2006/relationships/image" Target="../media/image242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265" Type="http://schemas.openxmlformats.org/officeDocument/2006/relationships/image" Target="../media/image263.png"/><Relationship Id="rId286" Type="http://schemas.openxmlformats.org/officeDocument/2006/relationships/image" Target="../media/image284.png"/><Relationship Id="rId50" Type="http://schemas.openxmlformats.org/officeDocument/2006/relationships/image" Target="../media/image48.png"/><Relationship Id="rId104" Type="http://schemas.openxmlformats.org/officeDocument/2006/relationships/image" Target="../media/image102.png"/><Relationship Id="rId125" Type="http://schemas.openxmlformats.org/officeDocument/2006/relationships/image" Target="../media/image123.png"/><Relationship Id="rId146" Type="http://schemas.openxmlformats.org/officeDocument/2006/relationships/image" Target="../media/image144.png"/><Relationship Id="rId167" Type="http://schemas.openxmlformats.org/officeDocument/2006/relationships/image" Target="../media/image165.png"/><Relationship Id="rId188" Type="http://schemas.openxmlformats.org/officeDocument/2006/relationships/image" Target="../media/image186.png"/><Relationship Id="rId311" Type="http://schemas.openxmlformats.org/officeDocument/2006/relationships/image" Target="../media/image309.png"/><Relationship Id="rId332" Type="http://schemas.openxmlformats.org/officeDocument/2006/relationships/image" Target="../media/image330.png"/><Relationship Id="rId353" Type="http://schemas.openxmlformats.org/officeDocument/2006/relationships/image" Target="../media/image351.png"/><Relationship Id="rId374" Type="http://schemas.openxmlformats.org/officeDocument/2006/relationships/image" Target="../media/image372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13" Type="http://schemas.openxmlformats.org/officeDocument/2006/relationships/image" Target="../media/image211.png"/><Relationship Id="rId234" Type="http://schemas.openxmlformats.org/officeDocument/2006/relationships/image" Target="../media/image232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255" Type="http://schemas.openxmlformats.org/officeDocument/2006/relationships/image" Target="../media/image253.png"/><Relationship Id="rId276" Type="http://schemas.openxmlformats.org/officeDocument/2006/relationships/image" Target="../media/image274.png"/><Relationship Id="rId297" Type="http://schemas.openxmlformats.org/officeDocument/2006/relationships/image" Target="../media/image295.png"/><Relationship Id="rId40" Type="http://schemas.openxmlformats.org/officeDocument/2006/relationships/image" Target="../media/image38.png"/><Relationship Id="rId115" Type="http://schemas.openxmlformats.org/officeDocument/2006/relationships/image" Target="../media/image113.png"/><Relationship Id="rId136" Type="http://schemas.openxmlformats.org/officeDocument/2006/relationships/image" Target="../media/image134.png"/><Relationship Id="rId157" Type="http://schemas.openxmlformats.org/officeDocument/2006/relationships/image" Target="../media/image155.png"/><Relationship Id="rId178" Type="http://schemas.openxmlformats.org/officeDocument/2006/relationships/image" Target="../media/image176.png"/><Relationship Id="rId301" Type="http://schemas.openxmlformats.org/officeDocument/2006/relationships/image" Target="../media/image299.png"/><Relationship Id="rId322" Type="http://schemas.openxmlformats.org/officeDocument/2006/relationships/image" Target="../media/image320.png"/><Relationship Id="rId343" Type="http://schemas.openxmlformats.org/officeDocument/2006/relationships/image" Target="../media/image341.png"/><Relationship Id="rId364" Type="http://schemas.openxmlformats.org/officeDocument/2006/relationships/image" Target="../media/image362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99" Type="http://schemas.openxmlformats.org/officeDocument/2006/relationships/image" Target="../media/image197.png"/><Relationship Id="rId203" Type="http://schemas.openxmlformats.org/officeDocument/2006/relationships/image" Target="../media/image201.png"/><Relationship Id="rId19" Type="http://schemas.openxmlformats.org/officeDocument/2006/relationships/image" Target="../media/image17.png"/><Relationship Id="rId224" Type="http://schemas.openxmlformats.org/officeDocument/2006/relationships/image" Target="../media/image222.png"/><Relationship Id="rId245" Type="http://schemas.openxmlformats.org/officeDocument/2006/relationships/image" Target="../media/image243.png"/><Relationship Id="rId266" Type="http://schemas.openxmlformats.org/officeDocument/2006/relationships/image" Target="../media/image264.png"/><Relationship Id="rId287" Type="http://schemas.openxmlformats.org/officeDocument/2006/relationships/image" Target="../media/image285.png"/><Relationship Id="rId30" Type="http://schemas.openxmlformats.org/officeDocument/2006/relationships/image" Target="../media/image28.png"/><Relationship Id="rId105" Type="http://schemas.openxmlformats.org/officeDocument/2006/relationships/image" Target="../media/image103.png"/><Relationship Id="rId126" Type="http://schemas.openxmlformats.org/officeDocument/2006/relationships/image" Target="../media/image124.png"/><Relationship Id="rId147" Type="http://schemas.openxmlformats.org/officeDocument/2006/relationships/image" Target="../media/image145.png"/><Relationship Id="rId168" Type="http://schemas.openxmlformats.org/officeDocument/2006/relationships/image" Target="../media/image166.png"/><Relationship Id="rId312" Type="http://schemas.openxmlformats.org/officeDocument/2006/relationships/image" Target="../media/image310.png"/><Relationship Id="rId333" Type="http://schemas.openxmlformats.org/officeDocument/2006/relationships/image" Target="../media/image331.png"/><Relationship Id="rId354" Type="http://schemas.openxmlformats.org/officeDocument/2006/relationships/image" Target="../media/image352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189" Type="http://schemas.openxmlformats.org/officeDocument/2006/relationships/image" Target="../media/image187.png"/><Relationship Id="rId375" Type="http://schemas.openxmlformats.org/officeDocument/2006/relationships/image" Target="../media/image373.png"/><Relationship Id="rId3" Type="http://schemas.openxmlformats.org/officeDocument/2006/relationships/image" Target="../media/image1.png"/><Relationship Id="rId214" Type="http://schemas.openxmlformats.org/officeDocument/2006/relationships/image" Target="../media/image212.png"/><Relationship Id="rId235" Type="http://schemas.openxmlformats.org/officeDocument/2006/relationships/image" Target="../media/image233.png"/><Relationship Id="rId256" Type="http://schemas.openxmlformats.org/officeDocument/2006/relationships/image" Target="../media/image254.png"/><Relationship Id="rId277" Type="http://schemas.openxmlformats.org/officeDocument/2006/relationships/image" Target="../media/image275.png"/><Relationship Id="rId298" Type="http://schemas.openxmlformats.org/officeDocument/2006/relationships/image" Target="../media/image296.png"/><Relationship Id="rId116" Type="http://schemas.openxmlformats.org/officeDocument/2006/relationships/image" Target="../media/image114.pn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302" Type="http://schemas.openxmlformats.org/officeDocument/2006/relationships/image" Target="../media/image300.png"/><Relationship Id="rId323" Type="http://schemas.openxmlformats.org/officeDocument/2006/relationships/image" Target="../media/image321.png"/><Relationship Id="rId344" Type="http://schemas.openxmlformats.org/officeDocument/2006/relationships/image" Target="../media/image342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image" Target="../media/image81.png"/><Relationship Id="rId179" Type="http://schemas.openxmlformats.org/officeDocument/2006/relationships/image" Target="../media/image177.png"/><Relationship Id="rId365" Type="http://schemas.openxmlformats.org/officeDocument/2006/relationships/image" Target="../media/image363.png"/><Relationship Id="rId190" Type="http://schemas.openxmlformats.org/officeDocument/2006/relationships/image" Target="../media/image188.png"/><Relationship Id="rId204" Type="http://schemas.openxmlformats.org/officeDocument/2006/relationships/image" Target="../media/image202.png"/><Relationship Id="rId225" Type="http://schemas.openxmlformats.org/officeDocument/2006/relationships/image" Target="../media/image223.png"/><Relationship Id="rId246" Type="http://schemas.openxmlformats.org/officeDocument/2006/relationships/image" Target="../media/image244.png"/><Relationship Id="rId267" Type="http://schemas.openxmlformats.org/officeDocument/2006/relationships/image" Target="../media/image265.png"/><Relationship Id="rId288" Type="http://schemas.openxmlformats.org/officeDocument/2006/relationships/image" Target="../media/image286.png"/><Relationship Id="rId106" Type="http://schemas.openxmlformats.org/officeDocument/2006/relationships/image" Target="../media/image104.png"/><Relationship Id="rId127" Type="http://schemas.openxmlformats.org/officeDocument/2006/relationships/image" Target="../media/image125.png"/><Relationship Id="rId313" Type="http://schemas.openxmlformats.org/officeDocument/2006/relationships/image" Target="../media/image311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52" Type="http://schemas.openxmlformats.org/officeDocument/2006/relationships/image" Target="../media/image50.png"/><Relationship Id="rId73" Type="http://schemas.openxmlformats.org/officeDocument/2006/relationships/image" Target="../media/image71.png"/><Relationship Id="rId94" Type="http://schemas.openxmlformats.org/officeDocument/2006/relationships/image" Target="../media/image92.png"/><Relationship Id="rId148" Type="http://schemas.openxmlformats.org/officeDocument/2006/relationships/image" Target="../media/image146.png"/><Relationship Id="rId169" Type="http://schemas.openxmlformats.org/officeDocument/2006/relationships/image" Target="../media/image167.png"/><Relationship Id="rId334" Type="http://schemas.openxmlformats.org/officeDocument/2006/relationships/image" Target="../media/image332.png"/><Relationship Id="rId355" Type="http://schemas.openxmlformats.org/officeDocument/2006/relationships/image" Target="../media/image353.png"/><Relationship Id="rId376" Type="http://schemas.openxmlformats.org/officeDocument/2006/relationships/image" Target="../media/image374.png"/><Relationship Id="rId4" Type="http://schemas.openxmlformats.org/officeDocument/2006/relationships/image" Target="../media/image2.png"/><Relationship Id="rId180" Type="http://schemas.openxmlformats.org/officeDocument/2006/relationships/image" Target="../media/image178.png"/><Relationship Id="rId215" Type="http://schemas.openxmlformats.org/officeDocument/2006/relationships/image" Target="../media/image213.png"/><Relationship Id="rId236" Type="http://schemas.openxmlformats.org/officeDocument/2006/relationships/image" Target="../media/image234.png"/><Relationship Id="rId257" Type="http://schemas.openxmlformats.org/officeDocument/2006/relationships/image" Target="../media/image255.png"/><Relationship Id="rId278" Type="http://schemas.openxmlformats.org/officeDocument/2006/relationships/image" Target="../media/image276.png"/><Relationship Id="rId303" Type="http://schemas.openxmlformats.org/officeDocument/2006/relationships/image" Target="../media/image301.png"/><Relationship Id="rId42" Type="http://schemas.openxmlformats.org/officeDocument/2006/relationships/image" Target="../media/image40.png"/><Relationship Id="rId84" Type="http://schemas.openxmlformats.org/officeDocument/2006/relationships/image" Target="../media/image82.png"/><Relationship Id="rId138" Type="http://schemas.openxmlformats.org/officeDocument/2006/relationships/image" Target="../media/image136.png"/><Relationship Id="rId345" Type="http://schemas.openxmlformats.org/officeDocument/2006/relationships/image" Target="../media/image343.png"/><Relationship Id="rId191" Type="http://schemas.openxmlformats.org/officeDocument/2006/relationships/image" Target="../media/image189.png"/><Relationship Id="rId205" Type="http://schemas.openxmlformats.org/officeDocument/2006/relationships/image" Target="../media/image203.png"/><Relationship Id="rId247" Type="http://schemas.openxmlformats.org/officeDocument/2006/relationships/image" Target="../media/image245.png"/><Relationship Id="rId107" Type="http://schemas.openxmlformats.org/officeDocument/2006/relationships/image" Target="../media/image105.png"/><Relationship Id="rId289" Type="http://schemas.openxmlformats.org/officeDocument/2006/relationships/image" Target="../media/image287.png"/><Relationship Id="rId11" Type="http://schemas.openxmlformats.org/officeDocument/2006/relationships/image" Target="../media/image9.png"/><Relationship Id="rId53" Type="http://schemas.openxmlformats.org/officeDocument/2006/relationships/image" Target="../media/image51.png"/><Relationship Id="rId149" Type="http://schemas.openxmlformats.org/officeDocument/2006/relationships/image" Target="../media/image147.png"/><Relationship Id="rId314" Type="http://schemas.openxmlformats.org/officeDocument/2006/relationships/image" Target="../media/image312.png"/><Relationship Id="rId356" Type="http://schemas.openxmlformats.org/officeDocument/2006/relationships/image" Target="../media/image354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216" Type="http://schemas.openxmlformats.org/officeDocument/2006/relationships/image" Target="../media/image214.png"/><Relationship Id="rId258" Type="http://schemas.openxmlformats.org/officeDocument/2006/relationships/image" Target="../media/image256.png"/><Relationship Id="rId22" Type="http://schemas.openxmlformats.org/officeDocument/2006/relationships/image" Target="../media/image20.png"/><Relationship Id="rId64" Type="http://schemas.openxmlformats.org/officeDocument/2006/relationships/image" Target="../media/image62.png"/><Relationship Id="rId118" Type="http://schemas.openxmlformats.org/officeDocument/2006/relationships/image" Target="../media/image116.png"/><Relationship Id="rId325" Type="http://schemas.openxmlformats.org/officeDocument/2006/relationships/image" Target="../media/image323.png"/><Relationship Id="rId367" Type="http://schemas.openxmlformats.org/officeDocument/2006/relationships/image" Target="../media/image365.png"/><Relationship Id="rId171" Type="http://schemas.openxmlformats.org/officeDocument/2006/relationships/image" Target="../media/image169.png"/><Relationship Id="rId227" Type="http://schemas.openxmlformats.org/officeDocument/2006/relationships/image" Target="../media/image225.png"/><Relationship Id="rId269" Type="http://schemas.openxmlformats.org/officeDocument/2006/relationships/image" Target="../media/image267.png"/><Relationship Id="rId33" Type="http://schemas.openxmlformats.org/officeDocument/2006/relationships/image" Target="../media/image31.png"/><Relationship Id="rId129" Type="http://schemas.openxmlformats.org/officeDocument/2006/relationships/image" Target="../media/image127.png"/><Relationship Id="rId280" Type="http://schemas.openxmlformats.org/officeDocument/2006/relationships/image" Target="../media/image278.png"/><Relationship Id="rId336" Type="http://schemas.openxmlformats.org/officeDocument/2006/relationships/image" Target="../media/image334.png"/><Relationship Id="rId75" Type="http://schemas.openxmlformats.org/officeDocument/2006/relationships/image" Target="../media/image73.png"/><Relationship Id="rId140" Type="http://schemas.openxmlformats.org/officeDocument/2006/relationships/image" Target="../media/image138.png"/><Relationship Id="rId182" Type="http://schemas.openxmlformats.org/officeDocument/2006/relationships/image" Target="../media/image180.png"/><Relationship Id="rId378" Type="http://schemas.openxmlformats.org/officeDocument/2006/relationships/image" Target="../media/image376.png"/><Relationship Id="rId6" Type="http://schemas.openxmlformats.org/officeDocument/2006/relationships/image" Target="../media/image4.png"/><Relationship Id="rId238" Type="http://schemas.openxmlformats.org/officeDocument/2006/relationships/image" Target="../media/image236.png"/><Relationship Id="rId291" Type="http://schemas.openxmlformats.org/officeDocument/2006/relationships/image" Target="../media/image289.png"/><Relationship Id="rId305" Type="http://schemas.openxmlformats.org/officeDocument/2006/relationships/image" Target="../media/image303.png"/><Relationship Id="rId347" Type="http://schemas.openxmlformats.org/officeDocument/2006/relationships/image" Target="../media/image345.png"/><Relationship Id="rId44" Type="http://schemas.openxmlformats.org/officeDocument/2006/relationships/image" Target="../media/image42.png"/><Relationship Id="rId86" Type="http://schemas.openxmlformats.org/officeDocument/2006/relationships/image" Target="../media/image84.png"/><Relationship Id="rId151" Type="http://schemas.openxmlformats.org/officeDocument/2006/relationships/image" Target="../media/image149.png"/><Relationship Id="rId193" Type="http://schemas.openxmlformats.org/officeDocument/2006/relationships/image" Target="../media/image191.png"/><Relationship Id="rId207" Type="http://schemas.openxmlformats.org/officeDocument/2006/relationships/image" Target="../media/image205.png"/><Relationship Id="rId249" Type="http://schemas.openxmlformats.org/officeDocument/2006/relationships/image" Target="../media/image247.png"/><Relationship Id="rId13" Type="http://schemas.openxmlformats.org/officeDocument/2006/relationships/image" Target="../media/image11.png"/><Relationship Id="rId109" Type="http://schemas.openxmlformats.org/officeDocument/2006/relationships/image" Target="../media/image107.png"/><Relationship Id="rId260" Type="http://schemas.openxmlformats.org/officeDocument/2006/relationships/image" Target="../media/image258.png"/><Relationship Id="rId316" Type="http://schemas.openxmlformats.org/officeDocument/2006/relationships/image" Target="../media/image314.png"/><Relationship Id="rId55" Type="http://schemas.openxmlformats.org/officeDocument/2006/relationships/image" Target="../media/image53.png"/><Relationship Id="rId97" Type="http://schemas.openxmlformats.org/officeDocument/2006/relationships/image" Target="../media/image95.png"/><Relationship Id="rId120" Type="http://schemas.openxmlformats.org/officeDocument/2006/relationships/image" Target="../media/image118.png"/><Relationship Id="rId358" Type="http://schemas.openxmlformats.org/officeDocument/2006/relationships/image" Target="../media/image356.png"/><Relationship Id="rId162" Type="http://schemas.openxmlformats.org/officeDocument/2006/relationships/image" Target="../media/image160.png"/><Relationship Id="rId218" Type="http://schemas.openxmlformats.org/officeDocument/2006/relationships/image" Target="../media/image216.png"/><Relationship Id="rId271" Type="http://schemas.openxmlformats.org/officeDocument/2006/relationships/image" Target="../media/image269.png"/><Relationship Id="rId24" Type="http://schemas.openxmlformats.org/officeDocument/2006/relationships/image" Target="../media/image22.png"/><Relationship Id="rId66" Type="http://schemas.openxmlformats.org/officeDocument/2006/relationships/image" Target="../media/image64.png"/><Relationship Id="rId131" Type="http://schemas.openxmlformats.org/officeDocument/2006/relationships/image" Target="../media/image129.png"/><Relationship Id="rId327" Type="http://schemas.openxmlformats.org/officeDocument/2006/relationships/image" Target="../media/image325.png"/><Relationship Id="rId369" Type="http://schemas.openxmlformats.org/officeDocument/2006/relationships/image" Target="../media/image367.png"/><Relationship Id="rId173" Type="http://schemas.openxmlformats.org/officeDocument/2006/relationships/image" Target="../media/image171.png"/><Relationship Id="rId229" Type="http://schemas.openxmlformats.org/officeDocument/2006/relationships/image" Target="../media/image227.png"/><Relationship Id="rId240" Type="http://schemas.openxmlformats.org/officeDocument/2006/relationships/image" Target="../media/image238.png"/><Relationship Id="rId35" Type="http://schemas.openxmlformats.org/officeDocument/2006/relationships/image" Target="../media/image33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282" Type="http://schemas.openxmlformats.org/officeDocument/2006/relationships/image" Target="../media/image280.png"/><Relationship Id="rId338" Type="http://schemas.openxmlformats.org/officeDocument/2006/relationships/image" Target="../media/image336.png"/><Relationship Id="rId8" Type="http://schemas.openxmlformats.org/officeDocument/2006/relationships/image" Target="../media/image6.png"/><Relationship Id="rId142" Type="http://schemas.openxmlformats.org/officeDocument/2006/relationships/image" Target="../media/image140.png"/><Relationship Id="rId184" Type="http://schemas.openxmlformats.org/officeDocument/2006/relationships/image" Target="../media/image182.png"/><Relationship Id="rId251" Type="http://schemas.openxmlformats.org/officeDocument/2006/relationships/image" Target="../media/image249.png"/><Relationship Id="rId46" Type="http://schemas.openxmlformats.org/officeDocument/2006/relationships/image" Target="../media/image44.png"/><Relationship Id="rId293" Type="http://schemas.openxmlformats.org/officeDocument/2006/relationships/image" Target="../media/image291.png"/><Relationship Id="rId307" Type="http://schemas.openxmlformats.org/officeDocument/2006/relationships/image" Target="../media/image305.png"/><Relationship Id="rId349" Type="http://schemas.openxmlformats.org/officeDocument/2006/relationships/image" Target="../media/image347.png"/><Relationship Id="rId88" Type="http://schemas.openxmlformats.org/officeDocument/2006/relationships/image" Target="../media/image86.png"/><Relationship Id="rId111" Type="http://schemas.openxmlformats.org/officeDocument/2006/relationships/image" Target="../media/image109.png"/><Relationship Id="rId153" Type="http://schemas.openxmlformats.org/officeDocument/2006/relationships/image" Target="../media/image151.png"/><Relationship Id="rId195" Type="http://schemas.openxmlformats.org/officeDocument/2006/relationships/image" Target="../media/image193.png"/><Relationship Id="rId209" Type="http://schemas.openxmlformats.org/officeDocument/2006/relationships/image" Target="../media/image207.png"/><Relationship Id="rId360" Type="http://schemas.openxmlformats.org/officeDocument/2006/relationships/image" Target="../media/image358.png"/><Relationship Id="rId220" Type="http://schemas.openxmlformats.org/officeDocument/2006/relationships/image" Target="../media/image218.png"/><Relationship Id="rId15" Type="http://schemas.openxmlformats.org/officeDocument/2006/relationships/image" Target="../media/image13.png"/><Relationship Id="rId57" Type="http://schemas.openxmlformats.org/officeDocument/2006/relationships/image" Target="../media/image55.png"/><Relationship Id="rId262" Type="http://schemas.openxmlformats.org/officeDocument/2006/relationships/image" Target="../media/image260.png"/><Relationship Id="rId318" Type="http://schemas.openxmlformats.org/officeDocument/2006/relationships/image" Target="../media/image316.png"/><Relationship Id="rId99" Type="http://schemas.openxmlformats.org/officeDocument/2006/relationships/image" Target="../media/image97.png"/><Relationship Id="rId122" Type="http://schemas.openxmlformats.org/officeDocument/2006/relationships/image" Target="../media/image120.png"/><Relationship Id="rId164" Type="http://schemas.openxmlformats.org/officeDocument/2006/relationships/image" Target="../media/image162.png"/><Relationship Id="rId371" Type="http://schemas.openxmlformats.org/officeDocument/2006/relationships/image" Target="../media/image3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162" y="996696"/>
            <a:ext cx="292608" cy="8595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" y="320040"/>
            <a:ext cx="513893" cy="35478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22" y="5960059"/>
            <a:ext cx="71323" cy="56692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22" y="630936"/>
            <a:ext cx="17374" cy="534283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327355"/>
            <a:ext cx="1399946" cy="1737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3" y="3014777"/>
            <a:ext cx="26518" cy="2651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378" y="3559759"/>
            <a:ext cx="26518" cy="2651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4034" y="318211"/>
            <a:ext cx="363017" cy="2651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293" y="5960059"/>
            <a:ext cx="26518" cy="2651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157" y="6511442"/>
            <a:ext cx="26518" cy="2651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472" y="329184"/>
            <a:ext cx="2276856" cy="621974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0578" y="320040"/>
            <a:ext cx="470002" cy="57607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27434" y="6370625"/>
            <a:ext cx="26518" cy="2651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01377" y="327355"/>
            <a:ext cx="1842516" cy="606064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0578" y="6367882"/>
            <a:ext cx="26518" cy="2651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900002" y="6370625"/>
            <a:ext cx="43891" cy="13258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62465" y="6433718"/>
            <a:ext cx="2259482" cy="11521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58807" y="875081"/>
            <a:ext cx="17374" cy="5573268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900002" y="6486754"/>
            <a:ext cx="26518" cy="26518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52406" y="6433718"/>
            <a:ext cx="26518" cy="26518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87114" y="3779215"/>
            <a:ext cx="363017" cy="26518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4438" y="2793492"/>
            <a:ext cx="646481" cy="48737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83019" y="3247949"/>
            <a:ext cx="97841" cy="10607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99886" y="3332988"/>
            <a:ext cx="398678" cy="62179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50838" y="3254350"/>
            <a:ext cx="168250" cy="115214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49010" y="2925166"/>
            <a:ext cx="26518" cy="345643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98971" y="3354934"/>
            <a:ext cx="17374" cy="26518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97119" y="2936138"/>
            <a:ext cx="35662" cy="381305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79746" y="2808122"/>
            <a:ext cx="256946" cy="141732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80660" y="2838298"/>
            <a:ext cx="43891" cy="478231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09006" y="2927909"/>
            <a:ext cx="26518" cy="26518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66990" y="2843784"/>
            <a:ext cx="523037" cy="460858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13548" y="2845613"/>
            <a:ext cx="53035" cy="62179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475220" y="2884932"/>
            <a:ext cx="354787" cy="416052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739482" y="2879446"/>
            <a:ext cx="213055" cy="221285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20963" y="2844698"/>
            <a:ext cx="523037" cy="451714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217713" y="4219956"/>
            <a:ext cx="53035" cy="43891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03474" y="3589020"/>
            <a:ext cx="309982" cy="416052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641080" y="4353458"/>
            <a:ext cx="106070" cy="43891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963363" y="5615330"/>
            <a:ext cx="478231" cy="88697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987138" y="5197450"/>
            <a:ext cx="213055" cy="53035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951976" y="5359298"/>
            <a:ext cx="239573" cy="132588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980322" y="5394046"/>
            <a:ext cx="79553" cy="97841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098280" y="5444338"/>
            <a:ext cx="106070" cy="141732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994038" y="5405933"/>
            <a:ext cx="53035" cy="79553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110167" y="5418734"/>
            <a:ext cx="26518" cy="26518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983980" y="5557723"/>
            <a:ext cx="124358" cy="71323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759598" y="5327294"/>
            <a:ext cx="26518" cy="132588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432243" y="5158130"/>
            <a:ext cx="345643" cy="496519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802636" y="310896"/>
            <a:ext cx="6574536" cy="1541678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87122" y="321869"/>
            <a:ext cx="504749" cy="354787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108606" y="322783"/>
            <a:ext cx="354787" cy="17374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43814" y="321869"/>
            <a:ext cx="2295144" cy="6238037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649663" y="320954"/>
            <a:ext cx="470002" cy="566928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15975" y="324612"/>
            <a:ext cx="1399946" cy="17374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103206" y="324612"/>
            <a:ext cx="1842516" cy="6068873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97180" y="331927"/>
            <a:ext cx="2321662" cy="6210605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663379" y="331927"/>
            <a:ext cx="2276856" cy="6210605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88950" y="627278"/>
            <a:ext cx="17374" cy="2410358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655150" y="873252"/>
            <a:ext cx="17374" cy="5520233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2897734" y="1001268"/>
            <a:ext cx="283464" cy="1524305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562856" y="2074774"/>
            <a:ext cx="53035" cy="185623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040734" y="2083918"/>
            <a:ext cx="53035" cy="62179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956609" y="2125980"/>
            <a:ext cx="53035" cy="62179"/>
          </a:xfrm>
          <a:prstGeom prst="rect">
            <a:avLst/>
          </a:prstGeom>
        </p:spPr>
      </p:pic>
      <p:pic>
        <p:nvPicPr>
          <p:cNvPr id="67" name="Image 65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117543" y="2122322"/>
            <a:ext cx="62179" cy="62179"/>
          </a:xfrm>
          <a:prstGeom prst="rect">
            <a:avLst/>
          </a:prstGeom>
        </p:spPr>
      </p:pic>
      <p:sp>
        <p:nvSpPr>
          <p:cNvPr id="68" name="Shape 0"/>
          <p:cNvSpPr/>
          <p:nvPr/>
        </p:nvSpPr>
        <p:spPr>
          <a:xfrm>
            <a:off x="3979469" y="2148840"/>
            <a:ext cx="177394" cy="177394"/>
          </a:xfrm>
          <a:prstGeom prst="ellipse">
            <a:avLst/>
          </a:prstGeom>
          <a:solidFill>
            <a:srgbClr val="565756"/>
          </a:solidFill>
          <a:ln/>
        </p:spPr>
      </p:sp>
      <p:pic>
        <p:nvPicPr>
          <p:cNvPr id="69" name="Image 66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228746" y="2151583"/>
            <a:ext cx="434340" cy="619963"/>
          </a:xfrm>
          <a:prstGeom prst="rect">
            <a:avLst/>
          </a:prstGeom>
        </p:spPr>
      </p:pic>
      <p:pic>
        <p:nvPicPr>
          <p:cNvPr id="70" name="Image 67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913632" y="2212848"/>
            <a:ext cx="62179" cy="53035"/>
          </a:xfrm>
          <a:prstGeom prst="rect">
            <a:avLst/>
          </a:prstGeom>
        </p:spPr>
      </p:pic>
      <p:pic>
        <p:nvPicPr>
          <p:cNvPr id="71" name="Image 68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162349" y="2209190"/>
            <a:ext cx="62179" cy="53035"/>
          </a:xfrm>
          <a:prstGeom prst="rect">
            <a:avLst/>
          </a:prstGeom>
        </p:spPr>
      </p:pic>
      <p:sp>
        <p:nvSpPr>
          <p:cNvPr id="72" name="Shape 1"/>
          <p:cNvSpPr/>
          <p:nvPr/>
        </p:nvSpPr>
        <p:spPr>
          <a:xfrm rot="-10056000">
            <a:off x="4565599" y="2265883"/>
            <a:ext cx="66751" cy="61265"/>
          </a:xfrm>
          <a:prstGeom prst="ellipse">
            <a:avLst/>
          </a:prstGeom>
          <a:solidFill>
            <a:srgbClr val="565756"/>
          </a:solidFill>
          <a:ln/>
        </p:spPr>
      </p:sp>
      <p:pic>
        <p:nvPicPr>
          <p:cNvPr id="73" name="Image 69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3954780" y="2286914"/>
            <a:ext cx="62179" cy="62179"/>
          </a:xfrm>
          <a:prstGeom prst="rect">
            <a:avLst/>
          </a:prstGeom>
        </p:spPr>
      </p:pic>
      <p:pic>
        <p:nvPicPr>
          <p:cNvPr id="74" name="Image 70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116629" y="2289658"/>
            <a:ext cx="62179" cy="62179"/>
          </a:xfrm>
          <a:prstGeom prst="rect">
            <a:avLst/>
          </a:prstGeom>
        </p:spPr>
      </p:pic>
      <p:pic>
        <p:nvPicPr>
          <p:cNvPr id="75" name="Image 71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409237" y="2301545"/>
            <a:ext cx="372161" cy="124358"/>
          </a:xfrm>
          <a:prstGeom prst="rect">
            <a:avLst/>
          </a:prstGeom>
        </p:spPr>
      </p:pic>
      <p:pic>
        <p:nvPicPr>
          <p:cNvPr id="76" name="Image 72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561027" y="2325319"/>
            <a:ext cx="79553" cy="451714"/>
          </a:xfrm>
          <a:prstGeom prst="rect">
            <a:avLst/>
          </a:prstGeom>
        </p:spPr>
      </p:pic>
      <p:pic>
        <p:nvPicPr>
          <p:cNvPr id="77" name="Image 73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4038905" y="2331720"/>
            <a:ext cx="451714" cy="442570"/>
          </a:xfrm>
          <a:prstGeom prst="rect">
            <a:avLst/>
          </a:prstGeom>
        </p:spPr>
      </p:pic>
      <p:pic>
        <p:nvPicPr>
          <p:cNvPr id="78" name="Image 74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3386938" y="2466137"/>
            <a:ext cx="5554980" cy="1337767"/>
          </a:xfrm>
          <a:prstGeom prst="rect">
            <a:avLst/>
          </a:prstGeom>
        </p:spPr>
      </p:pic>
      <p:pic>
        <p:nvPicPr>
          <p:cNvPr id="79" name="Image 75" descr="preencoded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9210751" y="2749601"/>
            <a:ext cx="97841" cy="168250"/>
          </a:xfrm>
          <a:prstGeom prst="rect">
            <a:avLst/>
          </a:prstGeom>
        </p:spPr>
      </p:pic>
      <p:pic>
        <p:nvPicPr>
          <p:cNvPr id="80" name="Image 76" descr="preencoded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8429854" y="2752344"/>
            <a:ext cx="97841" cy="168250"/>
          </a:xfrm>
          <a:prstGeom prst="rect">
            <a:avLst/>
          </a:prstGeom>
        </p:spPr>
      </p:pic>
      <p:pic>
        <p:nvPicPr>
          <p:cNvPr id="81" name="Image 77" descr="preencoded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6248095" y="2778862"/>
            <a:ext cx="638251" cy="487375"/>
          </a:xfrm>
          <a:prstGeom prst="rect">
            <a:avLst/>
          </a:prstGeom>
        </p:spPr>
      </p:pic>
      <p:pic>
        <p:nvPicPr>
          <p:cNvPr id="82" name="Image 78" descr="preencoded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292340" y="2791663"/>
            <a:ext cx="132588" cy="132588"/>
          </a:xfrm>
          <a:prstGeom prst="rect">
            <a:avLst/>
          </a:prstGeom>
        </p:spPr>
      </p:pic>
      <p:pic>
        <p:nvPicPr>
          <p:cNvPr id="83" name="Image 79" descr="preencoded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6252667" y="2798064"/>
            <a:ext cx="629107" cy="593446"/>
          </a:xfrm>
          <a:prstGeom prst="rect">
            <a:avLst/>
          </a:prstGeom>
        </p:spPr>
      </p:pic>
      <p:pic>
        <p:nvPicPr>
          <p:cNvPr id="84" name="Image 80" descr="preencoded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5106924" y="2802636"/>
            <a:ext cx="646481" cy="549554"/>
          </a:xfrm>
          <a:prstGeom prst="rect">
            <a:avLst/>
          </a:prstGeom>
        </p:spPr>
      </p:pic>
      <p:pic>
        <p:nvPicPr>
          <p:cNvPr id="85" name="Image 81" descr="preencoded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467905" y="2836469"/>
            <a:ext cx="531266" cy="470002"/>
          </a:xfrm>
          <a:prstGeom prst="rect">
            <a:avLst/>
          </a:prstGeom>
        </p:spPr>
      </p:pic>
      <p:pic>
        <p:nvPicPr>
          <p:cNvPr id="86" name="Image 82" descr="preencoded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612734" y="2836469"/>
            <a:ext cx="531266" cy="470002"/>
          </a:xfrm>
          <a:prstGeom prst="rect">
            <a:avLst/>
          </a:prstGeom>
        </p:spPr>
      </p:pic>
      <p:pic>
        <p:nvPicPr>
          <p:cNvPr id="87" name="Image 83" descr="preencoded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5284318" y="2842870"/>
            <a:ext cx="168250" cy="106070"/>
          </a:xfrm>
          <a:prstGeom prst="rect">
            <a:avLst/>
          </a:prstGeom>
        </p:spPr>
      </p:pic>
      <p:pic>
        <p:nvPicPr>
          <p:cNvPr id="88" name="Image 84" descr="preencoded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7479792" y="2848356"/>
            <a:ext cx="504749" cy="442570"/>
          </a:xfrm>
          <a:prstGeom prst="rect">
            <a:avLst/>
          </a:prstGeom>
        </p:spPr>
      </p:pic>
      <p:pic>
        <p:nvPicPr>
          <p:cNvPr id="89" name="Image 85" descr="preencoded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625535" y="2849270"/>
            <a:ext cx="504749" cy="442570"/>
          </a:xfrm>
          <a:prstGeom prst="rect">
            <a:avLst/>
          </a:prstGeom>
        </p:spPr>
      </p:pic>
      <p:pic>
        <p:nvPicPr>
          <p:cNvPr id="90" name="Image 86" descr="preencoded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712964" y="2884018"/>
            <a:ext cx="1222553" cy="2463394"/>
          </a:xfrm>
          <a:prstGeom prst="rect">
            <a:avLst/>
          </a:prstGeom>
        </p:spPr>
      </p:pic>
      <p:pic>
        <p:nvPicPr>
          <p:cNvPr id="91" name="Image 87" descr="preencoded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242609" y="2926080"/>
            <a:ext cx="26518" cy="354787"/>
          </a:xfrm>
          <a:prstGeom prst="rect">
            <a:avLst/>
          </a:prstGeom>
        </p:spPr>
      </p:pic>
      <p:pic>
        <p:nvPicPr>
          <p:cNvPr id="92" name="Image 88" descr="preencoded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264908" y="2934310"/>
            <a:ext cx="203911" cy="106070"/>
          </a:xfrm>
          <a:prstGeom prst="rect">
            <a:avLst/>
          </a:prstGeom>
        </p:spPr>
      </p:pic>
      <p:pic>
        <p:nvPicPr>
          <p:cNvPr id="93" name="Image 89" descr="preencoded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9117482" y="2930652"/>
            <a:ext cx="213055" cy="115214"/>
          </a:xfrm>
          <a:prstGeom prst="rect">
            <a:avLst/>
          </a:prstGeom>
        </p:spPr>
      </p:pic>
      <p:pic>
        <p:nvPicPr>
          <p:cNvPr id="94" name="Image 90" descr="preencoded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5285232" y="2932481"/>
            <a:ext cx="43891" cy="381305"/>
          </a:xfrm>
          <a:prstGeom prst="rect">
            <a:avLst/>
          </a:prstGeom>
        </p:spPr>
      </p:pic>
      <p:pic>
        <p:nvPicPr>
          <p:cNvPr id="95" name="Image 91" descr="preencoded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471562" y="3003804"/>
            <a:ext cx="266090" cy="300838"/>
          </a:xfrm>
          <a:prstGeom prst="rect">
            <a:avLst/>
          </a:prstGeom>
        </p:spPr>
      </p:pic>
      <p:pic>
        <p:nvPicPr>
          <p:cNvPr id="96" name="Image 92" descr="preencoded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288950" y="3019349"/>
            <a:ext cx="17374" cy="557784"/>
          </a:xfrm>
          <a:prstGeom prst="rect">
            <a:avLst/>
          </a:prstGeom>
        </p:spPr>
      </p:pic>
      <p:pic>
        <p:nvPicPr>
          <p:cNvPr id="97" name="Image 93" descr="preencoded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586984" y="3033065"/>
            <a:ext cx="2649017" cy="2445106"/>
          </a:xfrm>
          <a:prstGeom prst="rect">
            <a:avLst/>
          </a:prstGeom>
        </p:spPr>
      </p:pic>
      <p:pic>
        <p:nvPicPr>
          <p:cNvPr id="98" name="Image 94" descr="preencoded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787591" y="3249778"/>
            <a:ext cx="97841" cy="97841"/>
          </a:xfrm>
          <a:prstGeom prst="rect">
            <a:avLst/>
          </a:prstGeom>
        </p:spPr>
      </p:pic>
      <p:pic>
        <p:nvPicPr>
          <p:cNvPr id="99" name="Image 95" descr="preencoded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6252667" y="3258922"/>
            <a:ext cx="159106" cy="115214"/>
          </a:xfrm>
          <a:prstGeom prst="rect">
            <a:avLst/>
          </a:prstGeom>
        </p:spPr>
      </p:pic>
      <p:pic>
        <p:nvPicPr>
          <p:cNvPr id="100" name="Image 96" descr="preencoded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288950" y="3564331"/>
            <a:ext cx="17374" cy="2418588"/>
          </a:xfrm>
          <a:prstGeom prst="rect">
            <a:avLst/>
          </a:prstGeom>
        </p:spPr>
      </p:pic>
      <p:pic>
        <p:nvPicPr>
          <p:cNvPr id="101" name="Image 97" descr="preencoded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3107131" y="3578047"/>
            <a:ext cx="735178" cy="434340"/>
          </a:xfrm>
          <a:prstGeom prst="rect">
            <a:avLst/>
          </a:prstGeom>
        </p:spPr>
      </p:pic>
      <p:pic>
        <p:nvPicPr>
          <p:cNvPr id="102" name="Image 98" descr="preencoded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887114" y="3783787"/>
            <a:ext cx="895198" cy="1736446"/>
          </a:xfrm>
          <a:prstGeom prst="rect">
            <a:avLst/>
          </a:prstGeom>
        </p:spPr>
      </p:pic>
      <p:pic>
        <p:nvPicPr>
          <p:cNvPr id="103" name="Image 99" descr="preencoded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650638" y="4020617"/>
            <a:ext cx="842162" cy="434340"/>
          </a:xfrm>
          <a:prstGeom prst="rect">
            <a:avLst/>
          </a:prstGeom>
        </p:spPr>
      </p:pic>
      <p:pic>
        <p:nvPicPr>
          <p:cNvPr id="104" name="Image 100" descr="preencoded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492801" y="4091940"/>
            <a:ext cx="221285" cy="106070"/>
          </a:xfrm>
          <a:prstGeom prst="rect">
            <a:avLst/>
          </a:prstGeom>
        </p:spPr>
      </p:pic>
      <p:pic>
        <p:nvPicPr>
          <p:cNvPr id="105" name="Image 101" descr="preencoded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251546" y="4177894"/>
            <a:ext cx="309982" cy="124358"/>
          </a:xfrm>
          <a:prstGeom prst="rect">
            <a:avLst/>
          </a:prstGeom>
        </p:spPr>
      </p:pic>
      <p:pic>
        <p:nvPicPr>
          <p:cNvPr id="106" name="Image 102" descr="preencoded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548726" y="4219042"/>
            <a:ext cx="664769" cy="540410"/>
          </a:xfrm>
          <a:prstGeom prst="rect">
            <a:avLst/>
          </a:prstGeom>
        </p:spPr>
      </p:pic>
      <p:pic>
        <p:nvPicPr>
          <p:cNvPr id="107" name="Image 103" descr="preencoded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5491886" y="4283964"/>
            <a:ext cx="221285" cy="106070"/>
          </a:xfrm>
          <a:prstGeom prst="rect">
            <a:avLst/>
          </a:prstGeom>
        </p:spPr>
      </p:pic>
      <p:pic>
        <p:nvPicPr>
          <p:cNvPr id="108" name="Image 104" descr="preencoded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4656125" y="4284878"/>
            <a:ext cx="221285" cy="106070"/>
          </a:xfrm>
          <a:prstGeom prst="rect">
            <a:avLst/>
          </a:prstGeom>
        </p:spPr>
      </p:pic>
      <p:pic>
        <p:nvPicPr>
          <p:cNvPr id="109" name="Image 105" descr="preencoded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8641994" y="4356202"/>
            <a:ext cx="97841" cy="35662"/>
          </a:xfrm>
          <a:prstGeom prst="rect">
            <a:avLst/>
          </a:prstGeom>
        </p:spPr>
      </p:pic>
      <p:pic>
        <p:nvPicPr>
          <p:cNvPr id="110" name="Image 106" descr="preencoded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4808830" y="5057546"/>
            <a:ext cx="744322" cy="646481"/>
          </a:xfrm>
          <a:prstGeom prst="rect">
            <a:avLst/>
          </a:prstGeom>
        </p:spPr>
      </p:pic>
      <p:pic>
        <p:nvPicPr>
          <p:cNvPr id="111" name="Image 107" descr="preencoded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8492033" y="5134356"/>
            <a:ext cx="699516" cy="523037"/>
          </a:xfrm>
          <a:prstGeom prst="rect">
            <a:avLst/>
          </a:prstGeom>
        </p:spPr>
      </p:pic>
      <p:pic>
        <p:nvPicPr>
          <p:cNvPr id="112" name="Image 108" descr="preencoded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7424928" y="5150815"/>
            <a:ext cx="363017" cy="504749"/>
          </a:xfrm>
          <a:prstGeom prst="rect">
            <a:avLst/>
          </a:prstGeom>
        </p:spPr>
      </p:pic>
      <p:pic>
        <p:nvPicPr>
          <p:cNvPr id="113" name="Image 109" descr="preencoded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4990795" y="5202022"/>
            <a:ext cx="203911" cy="43891"/>
          </a:xfrm>
          <a:prstGeom prst="rect">
            <a:avLst/>
          </a:prstGeom>
        </p:spPr>
      </p:pic>
      <p:pic>
        <p:nvPicPr>
          <p:cNvPr id="114" name="Image 110" descr="preencoded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8956548" y="5363870"/>
            <a:ext cx="230429" cy="132588"/>
          </a:xfrm>
          <a:prstGeom prst="rect">
            <a:avLst/>
          </a:prstGeom>
        </p:spPr>
      </p:pic>
      <p:pic>
        <p:nvPicPr>
          <p:cNvPr id="116" name="Image 112" descr="preencoded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7790688" y="5448910"/>
            <a:ext cx="203911" cy="221285"/>
          </a:xfrm>
          <a:prstGeom prst="rect">
            <a:avLst/>
          </a:prstGeom>
        </p:spPr>
      </p:pic>
      <p:pic>
        <p:nvPicPr>
          <p:cNvPr id="117" name="Image 113" descr="preencoded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9099194" y="5448910"/>
            <a:ext cx="35662" cy="43891"/>
          </a:xfrm>
          <a:prstGeom prst="rect">
            <a:avLst/>
          </a:prstGeom>
        </p:spPr>
      </p:pic>
      <p:pic>
        <p:nvPicPr>
          <p:cNvPr id="118" name="Image 114" descr="preencoded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8988552" y="5562295"/>
            <a:ext cx="115214" cy="62179"/>
          </a:xfrm>
          <a:prstGeom prst="rect">
            <a:avLst/>
          </a:prstGeom>
        </p:spPr>
      </p:pic>
      <p:pic>
        <p:nvPicPr>
          <p:cNvPr id="119" name="Image 115" descr="preencoded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4963363" y="5618988"/>
            <a:ext cx="478231" cy="79553"/>
          </a:xfrm>
          <a:prstGeom prst="rect">
            <a:avLst/>
          </a:prstGeom>
        </p:spPr>
      </p:pic>
      <p:sp>
        <p:nvSpPr>
          <p:cNvPr id="120" name="Shape 2"/>
          <p:cNvSpPr/>
          <p:nvPr/>
        </p:nvSpPr>
        <p:spPr>
          <a:xfrm rot="6000">
            <a:off x="7751369" y="5678424"/>
            <a:ext cx="273406" cy="31090"/>
          </a:xfrm>
          <a:prstGeom prst="roundRect">
            <a:avLst/>
          </a:prstGeom>
          <a:solidFill>
            <a:srgbClr val="CC8E1C"/>
          </a:solidFill>
          <a:ln/>
        </p:spPr>
      </p:sp>
      <p:pic>
        <p:nvPicPr>
          <p:cNvPr id="121" name="Image 116" descr="preencoded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287122" y="5964631"/>
            <a:ext cx="71323" cy="566928"/>
          </a:xfrm>
          <a:prstGeom prst="rect">
            <a:avLst/>
          </a:prstGeom>
        </p:spPr>
      </p:pic>
      <p:pic>
        <p:nvPicPr>
          <p:cNvPr id="123" name="Image 118" descr="preencoded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9655150" y="6372454"/>
            <a:ext cx="17374" cy="79553"/>
          </a:xfrm>
          <a:prstGeom prst="rect">
            <a:avLst/>
          </a:prstGeom>
        </p:spPr>
      </p:pic>
      <p:pic>
        <p:nvPicPr>
          <p:cNvPr id="124" name="Image 119" descr="preencoded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1904574" y="6374282"/>
            <a:ext cx="43891" cy="132588"/>
          </a:xfrm>
          <a:prstGeom prst="rect">
            <a:avLst/>
          </a:prstGeom>
        </p:spPr>
      </p:pic>
      <p:pic>
        <p:nvPicPr>
          <p:cNvPr id="125" name="Image 120" descr="preencoded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9656978" y="6438290"/>
            <a:ext cx="2268626" cy="124358"/>
          </a:xfrm>
          <a:prstGeom prst="rect">
            <a:avLst/>
          </a:prstGeom>
        </p:spPr>
      </p:pic>
      <p:pic>
        <p:nvPicPr>
          <p:cNvPr id="126" name="Image 121" descr="preencoded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7770571" y="1050646"/>
            <a:ext cx="17374" cy="35662"/>
          </a:xfrm>
          <a:prstGeom prst="rect">
            <a:avLst/>
          </a:prstGeom>
        </p:spPr>
      </p:pic>
      <p:pic>
        <p:nvPicPr>
          <p:cNvPr id="127" name="Image 122" descr="preencoded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4208983" y="758038"/>
            <a:ext cx="62179" cy="26518"/>
          </a:xfrm>
          <a:prstGeom prst="rect">
            <a:avLst/>
          </a:prstGeom>
        </p:spPr>
      </p:pic>
      <p:pic>
        <p:nvPicPr>
          <p:cNvPr id="128" name="Image 123" descr="preencoded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3417113" y="770839"/>
            <a:ext cx="850392" cy="17374"/>
          </a:xfrm>
          <a:prstGeom prst="rect">
            <a:avLst/>
          </a:prstGeom>
        </p:spPr>
      </p:pic>
      <p:pic>
        <p:nvPicPr>
          <p:cNvPr id="129" name="Image 124" descr="preencoded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3324758" y="758038"/>
            <a:ext cx="124358" cy="35662"/>
          </a:xfrm>
          <a:prstGeom prst="rect">
            <a:avLst/>
          </a:prstGeom>
        </p:spPr>
      </p:pic>
      <p:pic>
        <p:nvPicPr>
          <p:cNvPr id="130" name="Image 125" descr="preencoded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3278124" y="1350569"/>
            <a:ext cx="992124" cy="17374"/>
          </a:xfrm>
          <a:prstGeom prst="rect">
            <a:avLst/>
          </a:prstGeom>
        </p:spPr>
      </p:pic>
      <p:pic>
        <p:nvPicPr>
          <p:cNvPr id="131" name="Image 126" descr="preencoded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4346143" y="1049731"/>
            <a:ext cx="17374" cy="35662"/>
          </a:xfrm>
          <a:prstGeom prst="rect">
            <a:avLst/>
          </a:prstGeom>
        </p:spPr>
      </p:pic>
      <p:pic>
        <p:nvPicPr>
          <p:cNvPr id="132" name="Image 127" descr="preencoded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3946550" y="1350569"/>
            <a:ext cx="328270" cy="35662"/>
          </a:xfrm>
          <a:prstGeom prst="rect">
            <a:avLst/>
          </a:prstGeom>
        </p:spPr>
      </p:pic>
      <p:pic>
        <p:nvPicPr>
          <p:cNvPr id="133" name="Image 128" descr="preencoded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4252874" y="770839"/>
            <a:ext cx="88697" cy="593446"/>
          </a:xfrm>
          <a:prstGeom prst="rect">
            <a:avLst/>
          </a:prstGeom>
        </p:spPr>
      </p:pic>
      <p:pic>
        <p:nvPicPr>
          <p:cNvPr id="134" name="Image 129" descr="preencoded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3278124" y="1351483"/>
            <a:ext cx="203911" cy="35662"/>
          </a:xfrm>
          <a:prstGeom prst="rect">
            <a:avLst/>
          </a:prstGeom>
        </p:spPr>
      </p:pic>
      <p:pic>
        <p:nvPicPr>
          <p:cNvPr id="135" name="Image 130" descr="preencoded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5695798" y="758038"/>
            <a:ext cx="62179" cy="35662"/>
          </a:xfrm>
          <a:prstGeom prst="rect">
            <a:avLst/>
          </a:prstGeom>
        </p:spPr>
      </p:pic>
      <p:pic>
        <p:nvPicPr>
          <p:cNvPr id="136" name="Image 131" descr="preencoded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5035601" y="771754"/>
            <a:ext cx="708660" cy="17374"/>
          </a:xfrm>
          <a:prstGeom prst="rect">
            <a:avLst/>
          </a:prstGeom>
        </p:spPr>
      </p:pic>
      <p:pic>
        <p:nvPicPr>
          <p:cNvPr id="137" name="Image 132" descr="preencoded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4691786" y="758038"/>
            <a:ext cx="1240841" cy="611734"/>
          </a:xfrm>
          <a:prstGeom prst="rect">
            <a:avLst/>
          </a:prstGeom>
        </p:spPr>
      </p:pic>
      <p:pic>
        <p:nvPicPr>
          <p:cNvPr id="138" name="Image 133" descr="preencoded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9124798" y="756209"/>
            <a:ext cx="17374" cy="35662"/>
          </a:xfrm>
          <a:prstGeom prst="rect">
            <a:avLst/>
          </a:prstGeom>
        </p:spPr>
      </p:pic>
      <p:pic>
        <p:nvPicPr>
          <p:cNvPr id="139" name="Image 134" descr="preencoded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8147304" y="771754"/>
            <a:ext cx="1001268" cy="35662"/>
          </a:xfrm>
          <a:prstGeom prst="rect">
            <a:avLst/>
          </a:prstGeom>
        </p:spPr>
      </p:pic>
      <p:pic>
        <p:nvPicPr>
          <p:cNvPr id="140" name="Image 135" descr="preencoded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8118043" y="771754"/>
            <a:ext cx="1152144" cy="619963"/>
          </a:xfrm>
          <a:prstGeom prst="rect">
            <a:avLst/>
          </a:prstGeom>
        </p:spPr>
      </p:pic>
      <p:pic>
        <p:nvPicPr>
          <p:cNvPr id="141" name="Image 136" descr="preencoded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470002" y="947318"/>
            <a:ext cx="1976018" cy="1275588"/>
          </a:xfrm>
          <a:prstGeom prst="rect">
            <a:avLst/>
          </a:prstGeom>
        </p:spPr>
      </p:pic>
      <p:pic>
        <p:nvPicPr>
          <p:cNvPr id="142" name="Image 137" descr="preencoded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477317" y="959206"/>
            <a:ext cx="62179" cy="602590"/>
          </a:xfrm>
          <a:prstGeom prst="rect">
            <a:avLst/>
          </a:prstGeom>
        </p:spPr>
      </p:pic>
      <p:pic>
        <p:nvPicPr>
          <p:cNvPr id="143" name="Image 138" descr="preencoded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470916" y="2324405"/>
            <a:ext cx="1976018" cy="1267358"/>
          </a:xfrm>
          <a:prstGeom prst="rect">
            <a:avLst/>
          </a:prstGeom>
        </p:spPr>
      </p:pic>
      <p:pic>
        <p:nvPicPr>
          <p:cNvPr id="144" name="Image 139" descr="preencoded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472745" y="3695090"/>
            <a:ext cx="1984248" cy="1186891"/>
          </a:xfrm>
          <a:prstGeom prst="rect">
            <a:avLst/>
          </a:prstGeom>
        </p:spPr>
      </p:pic>
      <p:pic>
        <p:nvPicPr>
          <p:cNvPr id="145" name="Image 140" descr="preencoded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477317" y="4682642"/>
            <a:ext cx="1966874" cy="274320"/>
          </a:xfrm>
          <a:prstGeom prst="rect">
            <a:avLst/>
          </a:prstGeom>
        </p:spPr>
      </p:pic>
      <p:pic>
        <p:nvPicPr>
          <p:cNvPr id="146" name="Image 141" descr="preencoded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477317" y="4009644"/>
            <a:ext cx="17374" cy="691286"/>
          </a:xfrm>
          <a:prstGeom prst="rect">
            <a:avLst/>
          </a:prstGeom>
        </p:spPr>
      </p:pic>
      <p:pic>
        <p:nvPicPr>
          <p:cNvPr id="147" name="Image 142" descr="preencoded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477317" y="3706063"/>
            <a:ext cx="62179" cy="319126"/>
          </a:xfrm>
          <a:prstGeom prst="rect">
            <a:avLst/>
          </a:prstGeom>
        </p:spPr>
      </p:pic>
      <p:pic>
        <p:nvPicPr>
          <p:cNvPr id="148" name="Image 143" descr="preencoded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472745" y="4682642"/>
            <a:ext cx="26518" cy="88697"/>
          </a:xfrm>
          <a:prstGeom prst="rect">
            <a:avLst/>
          </a:prstGeom>
        </p:spPr>
      </p:pic>
      <p:pic>
        <p:nvPicPr>
          <p:cNvPr id="149" name="Image 144" descr="preencoded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1962302" y="5055718"/>
            <a:ext cx="496519" cy="292608"/>
          </a:xfrm>
          <a:prstGeom prst="rect">
            <a:avLst/>
          </a:prstGeom>
        </p:spPr>
      </p:pic>
      <p:pic>
        <p:nvPicPr>
          <p:cNvPr id="150" name="Image 145" descr="preencoded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2432304" y="5953658"/>
            <a:ext cx="26518" cy="35662"/>
          </a:xfrm>
          <a:prstGeom prst="rect">
            <a:avLst/>
          </a:prstGeom>
        </p:spPr>
      </p:pic>
      <p:pic>
        <p:nvPicPr>
          <p:cNvPr id="151" name="Image 146" descr="preencoded.pn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1709014" y="5062118"/>
            <a:ext cx="274320" cy="17374"/>
          </a:xfrm>
          <a:prstGeom prst="rect">
            <a:avLst/>
          </a:prstGeom>
        </p:spPr>
      </p:pic>
      <p:pic>
        <p:nvPicPr>
          <p:cNvPr id="152" name="Image 147" descr="preencoded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2431390" y="5330038"/>
            <a:ext cx="17374" cy="638251"/>
          </a:xfrm>
          <a:prstGeom prst="rect">
            <a:avLst/>
          </a:prstGeom>
        </p:spPr>
      </p:pic>
      <p:pic>
        <p:nvPicPr>
          <p:cNvPr id="153" name="Image 148" descr="preencoded.pn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477317" y="5953658"/>
            <a:ext cx="1976018" cy="372161"/>
          </a:xfrm>
          <a:prstGeom prst="rect">
            <a:avLst/>
          </a:prstGeom>
        </p:spPr>
      </p:pic>
      <p:pic>
        <p:nvPicPr>
          <p:cNvPr id="154" name="Image 149" descr="preencoded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477317" y="5406847"/>
            <a:ext cx="17374" cy="566928"/>
          </a:xfrm>
          <a:prstGeom prst="rect">
            <a:avLst/>
          </a:prstGeom>
        </p:spPr>
      </p:pic>
      <p:pic>
        <p:nvPicPr>
          <p:cNvPr id="155" name="Image 150" descr="preencoded.pn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472745" y="5055718"/>
            <a:ext cx="1258214" cy="372161"/>
          </a:xfrm>
          <a:prstGeom prst="rect">
            <a:avLst/>
          </a:prstGeom>
        </p:spPr>
      </p:pic>
      <p:pic>
        <p:nvPicPr>
          <p:cNvPr id="156" name="Image 151" descr="preencoded.pn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471830" y="5959145"/>
            <a:ext cx="26518" cy="17374"/>
          </a:xfrm>
          <a:prstGeom prst="rect">
            <a:avLst/>
          </a:prstGeom>
        </p:spPr>
      </p:pic>
      <p:pic>
        <p:nvPicPr>
          <p:cNvPr id="157" name="Image 152" descr="preencoded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9832543" y="951890"/>
            <a:ext cx="1878178" cy="79553"/>
          </a:xfrm>
          <a:prstGeom prst="rect">
            <a:avLst/>
          </a:prstGeom>
        </p:spPr>
      </p:pic>
      <p:pic>
        <p:nvPicPr>
          <p:cNvPr id="158" name="Image 153" descr="preencoded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9830714" y="2072945"/>
            <a:ext cx="17374" cy="62179"/>
          </a:xfrm>
          <a:prstGeom prst="rect">
            <a:avLst/>
          </a:prstGeom>
        </p:spPr>
      </p:pic>
      <p:pic>
        <p:nvPicPr>
          <p:cNvPr id="159" name="Image 154" descr="preencoded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11575390" y="955548"/>
            <a:ext cx="194767" cy="1267358"/>
          </a:xfrm>
          <a:prstGeom prst="rect">
            <a:avLst/>
          </a:prstGeom>
        </p:spPr>
      </p:pic>
      <p:pic>
        <p:nvPicPr>
          <p:cNvPr id="160" name="Image 155" descr="preencoded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9969703" y="2202790"/>
            <a:ext cx="1621231" cy="17374"/>
          </a:xfrm>
          <a:prstGeom prst="rect">
            <a:avLst/>
          </a:prstGeom>
        </p:spPr>
      </p:pic>
      <p:pic>
        <p:nvPicPr>
          <p:cNvPr id="161" name="Image 156" descr="preencoded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9834372" y="2072945"/>
            <a:ext cx="150876" cy="150876"/>
          </a:xfrm>
          <a:prstGeom prst="rect">
            <a:avLst/>
          </a:prstGeom>
        </p:spPr>
      </p:pic>
      <p:pic>
        <p:nvPicPr>
          <p:cNvPr id="162" name="Image 157" descr="preencoded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9834372" y="1017727"/>
            <a:ext cx="26518" cy="1071677"/>
          </a:xfrm>
          <a:prstGeom prst="rect">
            <a:avLst/>
          </a:prstGeom>
        </p:spPr>
      </p:pic>
      <p:pic>
        <p:nvPicPr>
          <p:cNvPr id="163" name="Image 158" descr="preencoded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11569903" y="2202790"/>
            <a:ext cx="26518" cy="26518"/>
          </a:xfrm>
          <a:prstGeom prst="rect">
            <a:avLst/>
          </a:prstGeom>
        </p:spPr>
      </p:pic>
      <p:pic>
        <p:nvPicPr>
          <p:cNvPr id="164" name="Image 159" descr="preencoded.pn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9969703" y="2203704"/>
            <a:ext cx="26518" cy="26518"/>
          </a:xfrm>
          <a:prstGeom prst="rect">
            <a:avLst/>
          </a:prstGeom>
        </p:spPr>
      </p:pic>
      <p:pic>
        <p:nvPicPr>
          <p:cNvPr id="165" name="Image 160" descr="preencoded.pn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9911182" y="2318004"/>
            <a:ext cx="1692554" cy="26518"/>
          </a:xfrm>
          <a:prstGeom prst="rect">
            <a:avLst/>
          </a:prstGeom>
        </p:spPr>
      </p:pic>
      <p:pic>
        <p:nvPicPr>
          <p:cNvPr id="166" name="Image 161" descr="preencoded.pn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11498580" y="3556102"/>
            <a:ext cx="230429" cy="35662"/>
          </a:xfrm>
          <a:prstGeom prst="rect">
            <a:avLst/>
          </a:prstGeom>
        </p:spPr>
      </p:pic>
      <p:pic>
        <p:nvPicPr>
          <p:cNvPr id="167" name="Image 162" descr="preencoded.pn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9907524" y="3570732"/>
            <a:ext cx="1613002" cy="17374"/>
          </a:xfrm>
          <a:prstGeom prst="rect">
            <a:avLst/>
          </a:prstGeom>
        </p:spPr>
      </p:pic>
      <p:pic>
        <p:nvPicPr>
          <p:cNvPr id="168" name="Image 163" descr="preencoded.pn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9829800" y="2321662"/>
            <a:ext cx="106070" cy="1267358"/>
          </a:xfrm>
          <a:prstGeom prst="rect">
            <a:avLst/>
          </a:prstGeom>
        </p:spPr>
      </p:pic>
      <p:pic>
        <p:nvPicPr>
          <p:cNvPr id="169" name="Image 164" descr="preencoded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11580876" y="2322576"/>
            <a:ext cx="185623" cy="1258214"/>
          </a:xfrm>
          <a:prstGeom prst="rect">
            <a:avLst/>
          </a:prstGeom>
        </p:spPr>
      </p:pic>
      <p:pic>
        <p:nvPicPr>
          <p:cNvPr id="170" name="Image 165" descr="preencoded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11453774" y="3570732"/>
            <a:ext cx="88697" cy="26518"/>
          </a:xfrm>
          <a:prstGeom prst="rect">
            <a:avLst/>
          </a:prstGeom>
        </p:spPr>
      </p:pic>
      <p:pic>
        <p:nvPicPr>
          <p:cNvPr id="171" name="Image 166" descr="preencoded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9897466" y="3570732"/>
            <a:ext cx="35662" cy="26518"/>
          </a:xfrm>
          <a:prstGeom prst="rect">
            <a:avLst/>
          </a:prstGeom>
        </p:spPr>
      </p:pic>
      <p:pic>
        <p:nvPicPr>
          <p:cNvPr id="172" name="Image 167" descr="preencoded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9890150" y="3686861"/>
            <a:ext cx="1789481" cy="26518"/>
          </a:xfrm>
          <a:prstGeom prst="rect">
            <a:avLst/>
          </a:prstGeom>
        </p:spPr>
      </p:pic>
      <p:pic>
        <p:nvPicPr>
          <p:cNvPr id="173" name="Image 168" descr="preencoded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11617452" y="3693262"/>
            <a:ext cx="150876" cy="1275588"/>
          </a:xfrm>
          <a:prstGeom prst="rect">
            <a:avLst/>
          </a:prstGeom>
        </p:spPr>
      </p:pic>
      <p:pic>
        <p:nvPicPr>
          <p:cNvPr id="174" name="Image 169" descr="preencoded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9923069" y="4943246"/>
            <a:ext cx="1719072" cy="17374"/>
          </a:xfrm>
          <a:prstGeom prst="rect">
            <a:avLst/>
          </a:prstGeom>
        </p:spPr>
      </p:pic>
      <p:pic>
        <p:nvPicPr>
          <p:cNvPr id="175" name="Image 170" descr="preencoded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9834372" y="3696919"/>
            <a:ext cx="115214" cy="1267358"/>
          </a:xfrm>
          <a:prstGeom prst="rect">
            <a:avLst/>
          </a:prstGeom>
        </p:spPr>
      </p:pic>
      <p:pic>
        <p:nvPicPr>
          <p:cNvPr id="176" name="Image 171" descr="preencoded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9963302" y="5056632"/>
            <a:ext cx="1488643" cy="26518"/>
          </a:xfrm>
          <a:prstGeom prst="rect">
            <a:avLst/>
          </a:prstGeom>
        </p:spPr>
      </p:pic>
      <p:pic>
        <p:nvPicPr>
          <p:cNvPr id="177" name="Image 172" descr="preencoded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11416284" y="5061204"/>
            <a:ext cx="354787" cy="1275588"/>
          </a:xfrm>
          <a:prstGeom prst="rect">
            <a:avLst/>
          </a:prstGeom>
        </p:spPr>
      </p:pic>
      <p:pic>
        <p:nvPicPr>
          <p:cNvPr id="178" name="Image 173" descr="preencoded.pn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9829800" y="5061204"/>
            <a:ext cx="177394" cy="939089"/>
          </a:xfrm>
          <a:prstGeom prst="rect">
            <a:avLst/>
          </a:prstGeom>
        </p:spPr>
      </p:pic>
      <p:pic>
        <p:nvPicPr>
          <p:cNvPr id="179" name="Image 174" descr="preencoded.pn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9898380" y="6309360"/>
            <a:ext cx="1798625" cy="17374"/>
          </a:xfrm>
          <a:prstGeom prst="rect">
            <a:avLst/>
          </a:prstGeom>
        </p:spPr>
      </p:pic>
      <p:pic>
        <p:nvPicPr>
          <p:cNvPr id="180" name="Image 175" descr="preencoded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9833458" y="5971946"/>
            <a:ext cx="79553" cy="363017"/>
          </a:xfrm>
          <a:prstGeom prst="rect">
            <a:avLst/>
          </a:prstGeom>
        </p:spPr>
      </p:pic>
      <p:pic>
        <p:nvPicPr>
          <p:cNvPr id="181" name="Image 176" descr="preencoded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6688836" y="2966314"/>
            <a:ext cx="159106" cy="256946"/>
          </a:xfrm>
          <a:prstGeom prst="rect">
            <a:avLst/>
          </a:prstGeom>
        </p:spPr>
      </p:pic>
      <p:pic>
        <p:nvPicPr>
          <p:cNvPr id="182" name="Image 177" descr="preencoded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6423660" y="3017520"/>
            <a:ext cx="283464" cy="26518"/>
          </a:xfrm>
          <a:prstGeom prst="rect">
            <a:avLst/>
          </a:prstGeom>
        </p:spPr>
      </p:pic>
      <p:pic>
        <p:nvPicPr>
          <p:cNvPr id="183" name="Image 178" descr="preencoded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6294730" y="2961742"/>
            <a:ext cx="451714" cy="363017"/>
          </a:xfrm>
          <a:prstGeom prst="rect">
            <a:avLst/>
          </a:prstGeom>
        </p:spPr>
      </p:pic>
      <p:pic>
        <p:nvPicPr>
          <p:cNvPr id="184" name="Image 179" descr="preencoded.pn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6301130" y="3255264"/>
            <a:ext cx="442570" cy="97841"/>
          </a:xfrm>
          <a:prstGeom prst="rect">
            <a:avLst/>
          </a:prstGeom>
        </p:spPr>
      </p:pic>
      <p:pic>
        <p:nvPicPr>
          <p:cNvPr id="185" name="Image 180" descr="preencoded.pn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6725412" y="3205886"/>
            <a:ext cx="115214" cy="115214"/>
          </a:xfrm>
          <a:prstGeom prst="rect">
            <a:avLst/>
          </a:prstGeom>
        </p:spPr>
      </p:pic>
      <p:pic>
        <p:nvPicPr>
          <p:cNvPr id="186" name="Image 181" descr="preencoded.png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5704942" y="2862986"/>
            <a:ext cx="26518" cy="26518"/>
          </a:xfrm>
          <a:prstGeom prst="rect">
            <a:avLst/>
          </a:prstGeom>
        </p:spPr>
      </p:pic>
      <p:pic>
        <p:nvPicPr>
          <p:cNvPr id="187" name="Image 182" descr="preencoded.png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5544922" y="2926994"/>
            <a:ext cx="17374" cy="26518"/>
          </a:xfrm>
          <a:prstGeom prst="rect">
            <a:avLst/>
          </a:prstGeom>
        </p:spPr>
      </p:pic>
      <p:pic>
        <p:nvPicPr>
          <p:cNvPr id="188" name="Image 183" descr="preencoded.png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5340096" y="2937967"/>
            <a:ext cx="26518" cy="26518"/>
          </a:xfrm>
          <a:prstGeom prst="rect">
            <a:avLst/>
          </a:prstGeom>
        </p:spPr>
      </p:pic>
      <p:pic>
        <p:nvPicPr>
          <p:cNvPr id="189" name="Image 184" descr="preencoded.png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8962949" y="3054096"/>
            <a:ext cx="35662" cy="35662"/>
          </a:xfrm>
          <a:prstGeom prst="rect">
            <a:avLst/>
          </a:prstGeom>
        </p:spPr>
      </p:pic>
      <p:pic>
        <p:nvPicPr>
          <p:cNvPr id="190" name="Image 185" descr="preencoded.png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7828178" y="2896819"/>
            <a:ext cx="26518" cy="35662"/>
          </a:xfrm>
          <a:prstGeom prst="rect">
            <a:avLst/>
          </a:prstGeom>
        </p:spPr>
      </p:pic>
      <p:pic>
        <p:nvPicPr>
          <p:cNvPr id="191" name="Image 186" descr="preencoded.png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3746297" y="3853282"/>
            <a:ext cx="35662" cy="35662"/>
          </a:xfrm>
          <a:prstGeom prst="rect">
            <a:avLst/>
          </a:prstGeom>
        </p:spPr>
      </p:pic>
      <p:pic>
        <p:nvPicPr>
          <p:cNvPr id="192" name="Image 187" descr="preencoded.png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3727094" y="3900830"/>
            <a:ext cx="35662" cy="53035"/>
          </a:xfrm>
          <a:prstGeom prst="rect">
            <a:avLst/>
          </a:prstGeom>
        </p:spPr>
      </p:pic>
      <p:pic>
        <p:nvPicPr>
          <p:cNvPr id="193" name="Image 188" descr="preencoded.png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3657600" y="3793846"/>
            <a:ext cx="79553" cy="26518"/>
          </a:xfrm>
          <a:prstGeom prst="rect">
            <a:avLst/>
          </a:prstGeom>
        </p:spPr>
      </p:pic>
      <p:pic>
        <p:nvPicPr>
          <p:cNvPr id="194" name="Image 189" descr="preencoded.png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3177540" y="3802990"/>
            <a:ext cx="185623" cy="17374"/>
          </a:xfrm>
          <a:prstGeom prst="rect">
            <a:avLst/>
          </a:prstGeom>
        </p:spPr>
      </p:pic>
      <p:pic>
        <p:nvPicPr>
          <p:cNvPr id="195" name="Image 190" descr="preencoded.png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3583534" y="3792017"/>
            <a:ext cx="79553" cy="26518"/>
          </a:xfrm>
          <a:prstGeom prst="rect">
            <a:avLst/>
          </a:prstGeom>
        </p:spPr>
      </p:pic>
      <p:pic>
        <p:nvPicPr>
          <p:cNvPr id="196" name="Image 191" descr="preencoded.png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3457346" y="3773729"/>
            <a:ext cx="53035" cy="35662"/>
          </a:xfrm>
          <a:prstGeom prst="rect">
            <a:avLst/>
          </a:prstGeom>
        </p:spPr>
      </p:pic>
      <p:pic>
        <p:nvPicPr>
          <p:cNvPr id="197" name="Image 192" descr="preencoded.png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3509467" y="3792017"/>
            <a:ext cx="71323" cy="26518"/>
          </a:xfrm>
          <a:prstGeom prst="rect">
            <a:avLst/>
          </a:prstGeom>
        </p:spPr>
      </p:pic>
      <p:pic>
        <p:nvPicPr>
          <p:cNvPr id="198" name="Image 193" descr="preencoded.png"/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5143500" y="4085539"/>
            <a:ext cx="274320" cy="319126"/>
          </a:xfrm>
          <a:prstGeom prst="rect">
            <a:avLst/>
          </a:prstGeom>
        </p:spPr>
      </p:pic>
      <p:pic>
        <p:nvPicPr>
          <p:cNvPr id="199" name="Image 194" descr="preencoded.png"/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4906670" y="4117543"/>
            <a:ext cx="504749" cy="274320"/>
          </a:xfrm>
          <a:prstGeom prst="rect">
            <a:avLst/>
          </a:prstGeom>
        </p:spPr>
      </p:pic>
      <p:pic>
        <p:nvPicPr>
          <p:cNvPr id="200" name="Image 195" descr="preencoded.png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5232197" y="4332427"/>
            <a:ext cx="26518" cy="26518"/>
          </a:xfrm>
          <a:prstGeom prst="rect">
            <a:avLst/>
          </a:prstGeom>
        </p:spPr>
      </p:pic>
      <p:pic>
        <p:nvPicPr>
          <p:cNvPr id="201" name="Image 196" descr="preencoded.png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5146243" y="4177894"/>
            <a:ext cx="26518" cy="177394"/>
          </a:xfrm>
          <a:prstGeom prst="rect">
            <a:avLst/>
          </a:prstGeom>
        </p:spPr>
      </p:pic>
      <p:pic>
        <p:nvPicPr>
          <p:cNvPr id="202" name="Image 197" descr="preencoded.png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4999025" y="5271516"/>
            <a:ext cx="177394" cy="43891"/>
          </a:xfrm>
          <a:prstGeom prst="rect">
            <a:avLst/>
          </a:prstGeom>
        </p:spPr>
      </p:pic>
      <p:pic>
        <p:nvPicPr>
          <p:cNvPr id="203" name="Image 198" descr="preencoded.png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5461711" y="5289804"/>
            <a:ext cx="26518" cy="266090"/>
          </a:xfrm>
          <a:prstGeom prst="rect">
            <a:avLst/>
          </a:prstGeom>
        </p:spPr>
      </p:pic>
      <p:pic>
        <p:nvPicPr>
          <p:cNvPr id="204" name="Image 199" descr="preencoded.png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4914900" y="5539435"/>
            <a:ext cx="566928" cy="35662"/>
          </a:xfrm>
          <a:prstGeom prst="rect">
            <a:avLst/>
          </a:prstGeom>
        </p:spPr>
      </p:pic>
      <p:pic>
        <p:nvPicPr>
          <p:cNvPr id="205" name="Image 200" descr="preencoded.png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914900" y="5294376"/>
            <a:ext cx="17374" cy="274320"/>
          </a:xfrm>
          <a:prstGeom prst="rect">
            <a:avLst/>
          </a:prstGeom>
        </p:spPr>
      </p:pic>
      <p:pic>
        <p:nvPicPr>
          <p:cNvPr id="206" name="Image 201" descr="preencoded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5011826" y="5281574"/>
            <a:ext cx="194767" cy="43891"/>
          </a:xfrm>
          <a:prstGeom prst="rect">
            <a:avLst/>
          </a:prstGeom>
        </p:spPr>
      </p:pic>
      <p:pic>
        <p:nvPicPr>
          <p:cNvPr id="207" name="Image 202" descr="preencoded.png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4914900" y="5551322"/>
            <a:ext cx="17374" cy="71323"/>
          </a:xfrm>
          <a:prstGeom prst="rect">
            <a:avLst/>
          </a:prstGeom>
        </p:spPr>
      </p:pic>
      <p:pic>
        <p:nvPicPr>
          <p:cNvPr id="208" name="Image 203" descr="preencoded.png"/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5462626" y="5290718"/>
            <a:ext cx="26518" cy="319126"/>
          </a:xfrm>
          <a:prstGeom prst="rect">
            <a:avLst/>
          </a:prstGeom>
        </p:spPr>
      </p:pic>
      <p:pic>
        <p:nvPicPr>
          <p:cNvPr id="209" name="Image 204" descr="preencoded.png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4902098" y="5298034"/>
            <a:ext cx="26518" cy="319126"/>
          </a:xfrm>
          <a:prstGeom prst="rect">
            <a:avLst/>
          </a:prstGeom>
        </p:spPr>
      </p:pic>
      <p:pic>
        <p:nvPicPr>
          <p:cNvPr id="210" name="Image 205" descr="preencoded.png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6119165" y="680314"/>
            <a:ext cx="1666037" cy="779983"/>
          </a:xfrm>
          <a:prstGeom prst="rect">
            <a:avLst/>
          </a:prstGeom>
        </p:spPr>
      </p:pic>
      <p:pic>
        <p:nvPicPr>
          <p:cNvPr id="211" name="Image 206" descr="preencoded.png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3328416" y="762610"/>
            <a:ext cx="2427732" cy="26518"/>
          </a:xfrm>
          <a:prstGeom prst="rect">
            <a:avLst/>
          </a:prstGeom>
        </p:spPr>
      </p:pic>
      <p:pic>
        <p:nvPicPr>
          <p:cNvPr id="212" name="Image 207" descr="preencoded.png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8107070" y="760781"/>
            <a:ext cx="1169518" cy="629107"/>
          </a:xfrm>
          <a:prstGeom prst="rect">
            <a:avLst/>
          </a:prstGeom>
        </p:spPr>
      </p:pic>
      <p:pic>
        <p:nvPicPr>
          <p:cNvPr id="213" name="Image 208" descr="preencoded.png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3204058" y="762610"/>
            <a:ext cx="2649017" cy="619963"/>
          </a:xfrm>
          <a:prstGeom prst="rect">
            <a:avLst/>
          </a:prstGeom>
        </p:spPr>
      </p:pic>
      <p:pic>
        <p:nvPicPr>
          <p:cNvPr id="214" name="Image 209" descr="preencoded.png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8122615" y="776326"/>
            <a:ext cx="1143000" cy="593446"/>
          </a:xfrm>
          <a:prstGeom prst="rect">
            <a:avLst/>
          </a:prstGeom>
        </p:spPr>
      </p:pic>
      <p:pic>
        <p:nvPicPr>
          <p:cNvPr id="215" name="Image 210" descr="preencoded.png"/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472745" y="945490"/>
            <a:ext cx="1984248" cy="1284732"/>
          </a:xfrm>
          <a:prstGeom prst="rect">
            <a:avLst/>
          </a:prstGeom>
        </p:spPr>
      </p:pic>
      <p:pic>
        <p:nvPicPr>
          <p:cNvPr id="216" name="Image 211" descr="preencoded.png"/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9836201" y="946404"/>
            <a:ext cx="1869948" cy="88697"/>
          </a:xfrm>
          <a:prstGeom prst="rect">
            <a:avLst/>
          </a:prstGeom>
        </p:spPr>
      </p:pic>
      <p:pic>
        <p:nvPicPr>
          <p:cNvPr id="217" name="Image 212" descr="preencoded.png"/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522122" y="950062"/>
            <a:ext cx="115214" cy="26518"/>
          </a:xfrm>
          <a:prstGeom prst="rect">
            <a:avLst/>
          </a:prstGeom>
        </p:spPr>
      </p:pic>
      <p:pic>
        <p:nvPicPr>
          <p:cNvPr id="218" name="Image 213" descr="preencoded.png"/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9838944" y="956462"/>
            <a:ext cx="1931213" cy="1267358"/>
          </a:xfrm>
          <a:prstGeom prst="rect">
            <a:avLst/>
          </a:prstGeom>
        </p:spPr>
      </p:pic>
      <p:pic>
        <p:nvPicPr>
          <p:cNvPr id="219" name="Image 214" descr="preencoded.png"/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470002" y="959206"/>
            <a:ext cx="1971446" cy="1258214"/>
          </a:xfrm>
          <a:prstGeom prst="rect">
            <a:avLst/>
          </a:prstGeom>
        </p:spPr>
      </p:pic>
      <p:pic>
        <p:nvPicPr>
          <p:cNvPr id="220" name="Image 215" descr="preencoded.png"/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4350715" y="1002182"/>
            <a:ext cx="319126" cy="124358"/>
          </a:xfrm>
          <a:prstGeom prst="rect">
            <a:avLst/>
          </a:prstGeom>
        </p:spPr>
      </p:pic>
      <p:pic>
        <p:nvPicPr>
          <p:cNvPr id="221" name="Image 216" descr="preencoded.png"/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5875020" y="1008583"/>
            <a:ext cx="239573" cy="124358"/>
          </a:xfrm>
          <a:prstGeom prst="rect">
            <a:avLst/>
          </a:prstGeom>
        </p:spPr>
      </p:pic>
      <p:pic>
        <p:nvPicPr>
          <p:cNvPr id="222" name="Image 217" descr="preencoded.png"/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7774229" y="1004926"/>
            <a:ext cx="328270" cy="124358"/>
          </a:xfrm>
          <a:prstGeom prst="rect">
            <a:avLst/>
          </a:prstGeom>
        </p:spPr>
      </p:pic>
      <p:pic>
        <p:nvPicPr>
          <p:cNvPr id="223" name="Image 218" descr="preencoded.png"/>
          <p:cNvPicPr>
            <a:picLocks noChangeAspect="1"/>
          </p:cNvPicPr>
          <p:nvPr/>
        </p:nvPicPr>
        <p:blipFill>
          <a:blip r:embed="rId218"/>
          <a:stretch>
            <a:fillRect/>
          </a:stretch>
        </p:blipFill>
        <p:spPr>
          <a:xfrm>
            <a:off x="9835286" y="1020470"/>
            <a:ext cx="17374" cy="1107338"/>
          </a:xfrm>
          <a:prstGeom prst="rect">
            <a:avLst/>
          </a:prstGeom>
        </p:spPr>
      </p:pic>
      <p:pic>
        <p:nvPicPr>
          <p:cNvPr id="224" name="Image 219" descr="preencoded.png"/>
          <p:cNvPicPr>
            <a:picLocks noChangeAspect="1"/>
          </p:cNvPicPr>
          <p:nvPr/>
        </p:nvPicPr>
        <p:blipFill>
          <a:blip r:embed="rId219"/>
          <a:stretch>
            <a:fillRect/>
          </a:stretch>
        </p:blipFill>
        <p:spPr>
          <a:xfrm>
            <a:off x="5835701" y="1050646"/>
            <a:ext cx="88697" cy="43891"/>
          </a:xfrm>
          <a:prstGeom prst="rect">
            <a:avLst/>
          </a:prstGeom>
        </p:spPr>
      </p:pic>
      <p:pic>
        <p:nvPicPr>
          <p:cNvPr id="225" name="Image 220" descr="preencoded.png"/>
          <p:cNvPicPr>
            <a:picLocks noChangeAspect="1"/>
          </p:cNvPicPr>
          <p:nvPr/>
        </p:nvPicPr>
        <p:blipFill>
          <a:blip r:embed="rId220"/>
          <a:stretch>
            <a:fillRect/>
          </a:stretch>
        </p:blipFill>
        <p:spPr>
          <a:xfrm>
            <a:off x="3282696" y="1355141"/>
            <a:ext cx="5422392" cy="389534"/>
          </a:xfrm>
          <a:prstGeom prst="rect">
            <a:avLst/>
          </a:prstGeom>
        </p:spPr>
      </p:pic>
      <p:pic>
        <p:nvPicPr>
          <p:cNvPr id="226" name="Image 221" descr="preencoded.png"/>
          <p:cNvPicPr>
            <a:picLocks noChangeAspect="1"/>
          </p:cNvPicPr>
          <p:nvPr/>
        </p:nvPicPr>
        <p:blipFill>
          <a:blip r:embed="rId221"/>
          <a:stretch>
            <a:fillRect/>
          </a:stretch>
        </p:blipFill>
        <p:spPr>
          <a:xfrm>
            <a:off x="9835286" y="2077517"/>
            <a:ext cx="150876" cy="150876"/>
          </a:xfrm>
          <a:prstGeom prst="rect">
            <a:avLst/>
          </a:prstGeom>
        </p:spPr>
      </p:pic>
      <p:pic>
        <p:nvPicPr>
          <p:cNvPr id="227" name="Image 222" descr="preencoded.png"/>
          <p:cNvPicPr>
            <a:picLocks noChangeAspect="1"/>
          </p:cNvPicPr>
          <p:nvPr/>
        </p:nvPicPr>
        <p:blipFill>
          <a:blip r:embed="rId222"/>
          <a:stretch>
            <a:fillRect/>
          </a:stretch>
        </p:blipFill>
        <p:spPr>
          <a:xfrm>
            <a:off x="3421685" y="2181758"/>
            <a:ext cx="53035" cy="71323"/>
          </a:xfrm>
          <a:prstGeom prst="rect">
            <a:avLst/>
          </a:prstGeom>
        </p:spPr>
      </p:pic>
      <p:pic>
        <p:nvPicPr>
          <p:cNvPr id="228" name="Image 223" descr="preencoded.png"/>
          <p:cNvPicPr>
            <a:picLocks noChangeAspect="1"/>
          </p:cNvPicPr>
          <p:nvPr/>
        </p:nvPicPr>
        <p:blipFill>
          <a:blip r:embed="rId223"/>
          <a:stretch>
            <a:fillRect/>
          </a:stretch>
        </p:blipFill>
        <p:spPr>
          <a:xfrm>
            <a:off x="9974275" y="2207362"/>
            <a:ext cx="1613002" cy="17374"/>
          </a:xfrm>
          <a:prstGeom prst="rect">
            <a:avLst/>
          </a:prstGeom>
        </p:spPr>
      </p:pic>
      <p:pic>
        <p:nvPicPr>
          <p:cNvPr id="229" name="Image 224" descr="preencoded.png"/>
          <p:cNvPicPr>
            <a:picLocks noChangeAspect="1"/>
          </p:cNvPicPr>
          <p:nvPr/>
        </p:nvPicPr>
        <p:blipFill>
          <a:blip r:embed="rId224"/>
          <a:stretch>
            <a:fillRect/>
          </a:stretch>
        </p:blipFill>
        <p:spPr>
          <a:xfrm>
            <a:off x="3318358" y="2258568"/>
            <a:ext cx="256946" cy="53035"/>
          </a:xfrm>
          <a:prstGeom prst="rect">
            <a:avLst/>
          </a:prstGeom>
        </p:spPr>
      </p:pic>
      <p:pic>
        <p:nvPicPr>
          <p:cNvPr id="230" name="Image 225" descr="preencoded.png"/>
          <p:cNvPicPr>
            <a:picLocks noChangeAspect="1"/>
          </p:cNvPicPr>
          <p:nvPr/>
        </p:nvPicPr>
        <p:blipFill>
          <a:blip r:embed="rId225"/>
          <a:stretch>
            <a:fillRect/>
          </a:stretch>
        </p:blipFill>
        <p:spPr>
          <a:xfrm>
            <a:off x="472745" y="2316175"/>
            <a:ext cx="1984248" cy="1284732"/>
          </a:xfrm>
          <a:prstGeom prst="rect">
            <a:avLst/>
          </a:prstGeom>
        </p:spPr>
      </p:pic>
      <p:pic>
        <p:nvPicPr>
          <p:cNvPr id="231" name="Image 226" descr="preencoded.png"/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3411626" y="2318004"/>
            <a:ext cx="71323" cy="35662"/>
          </a:xfrm>
          <a:prstGeom prst="rect">
            <a:avLst/>
          </a:prstGeom>
        </p:spPr>
      </p:pic>
      <p:pic>
        <p:nvPicPr>
          <p:cNvPr id="232" name="Image 227" descr="preencoded.png"/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9915754" y="2316175"/>
            <a:ext cx="1683410" cy="17374"/>
          </a:xfrm>
          <a:prstGeom prst="rect">
            <a:avLst/>
          </a:prstGeom>
        </p:spPr>
      </p:pic>
      <p:pic>
        <p:nvPicPr>
          <p:cNvPr id="233" name="Image 228" descr="preencoded.png"/>
          <p:cNvPicPr>
            <a:picLocks noChangeAspect="1"/>
          </p:cNvPicPr>
          <p:nvPr/>
        </p:nvPicPr>
        <p:blipFill>
          <a:blip r:embed="rId228"/>
          <a:stretch>
            <a:fillRect/>
          </a:stretch>
        </p:blipFill>
        <p:spPr>
          <a:xfrm>
            <a:off x="11585448" y="2320747"/>
            <a:ext cx="185623" cy="1249070"/>
          </a:xfrm>
          <a:prstGeom prst="rect">
            <a:avLst/>
          </a:prstGeom>
        </p:spPr>
      </p:pic>
      <p:pic>
        <p:nvPicPr>
          <p:cNvPr id="234" name="Image 229" descr="preencoded.png"/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9833458" y="2322576"/>
            <a:ext cx="1931213" cy="1258214"/>
          </a:xfrm>
          <a:prstGeom prst="rect">
            <a:avLst/>
          </a:prstGeom>
        </p:spPr>
      </p:pic>
      <p:pic>
        <p:nvPicPr>
          <p:cNvPr id="235" name="Image 230" descr="preencoded.png"/>
          <p:cNvPicPr>
            <a:picLocks noChangeAspect="1"/>
          </p:cNvPicPr>
          <p:nvPr/>
        </p:nvPicPr>
        <p:blipFill>
          <a:blip r:embed="rId230"/>
          <a:stretch>
            <a:fillRect/>
          </a:stretch>
        </p:blipFill>
        <p:spPr>
          <a:xfrm>
            <a:off x="481889" y="2328977"/>
            <a:ext cx="1957730" cy="1258214"/>
          </a:xfrm>
          <a:prstGeom prst="rect">
            <a:avLst/>
          </a:prstGeom>
        </p:spPr>
      </p:pic>
      <p:pic>
        <p:nvPicPr>
          <p:cNvPr id="236" name="Image 231" descr="preencoded.png"/>
          <p:cNvPicPr>
            <a:picLocks noChangeAspect="1"/>
          </p:cNvPicPr>
          <p:nvPr/>
        </p:nvPicPr>
        <p:blipFill>
          <a:blip r:embed="rId231"/>
          <a:stretch>
            <a:fillRect/>
          </a:stretch>
        </p:blipFill>
        <p:spPr>
          <a:xfrm>
            <a:off x="3403397" y="2339950"/>
            <a:ext cx="88697" cy="43891"/>
          </a:xfrm>
          <a:prstGeom prst="rect">
            <a:avLst/>
          </a:prstGeom>
        </p:spPr>
      </p:pic>
      <p:pic>
        <p:nvPicPr>
          <p:cNvPr id="238" name="Image 233" descr="preencoded.png"/>
          <p:cNvPicPr>
            <a:picLocks noChangeAspect="1"/>
          </p:cNvPicPr>
          <p:nvPr/>
        </p:nvPicPr>
        <p:blipFill>
          <a:blip r:embed="rId232"/>
          <a:stretch>
            <a:fillRect/>
          </a:stretch>
        </p:blipFill>
        <p:spPr>
          <a:xfrm>
            <a:off x="3409798" y="2372868"/>
            <a:ext cx="71323" cy="35662"/>
          </a:xfrm>
          <a:prstGeom prst="rect">
            <a:avLst/>
          </a:prstGeom>
        </p:spPr>
      </p:pic>
      <p:pic>
        <p:nvPicPr>
          <p:cNvPr id="239" name="Image 234" descr="preencoded.png"/>
          <p:cNvPicPr>
            <a:picLocks noChangeAspect="1"/>
          </p:cNvPicPr>
          <p:nvPr/>
        </p:nvPicPr>
        <p:blipFill>
          <a:blip r:embed="rId233"/>
          <a:stretch>
            <a:fillRect/>
          </a:stretch>
        </p:blipFill>
        <p:spPr>
          <a:xfrm>
            <a:off x="3501238" y="2409444"/>
            <a:ext cx="124358" cy="53035"/>
          </a:xfrm>
          <a:prstGeom prst="rect">
            <a:avLst/>
          </a:prstGeom>
        </p:spPr>
      </p:pic>
      <p:pic>
        <p:nvPicPr>
          <p:cNvPr id="240" name="Image 235" descr="preencoded.png"/>
          <p:cNvPicPr>
            <a:picLocks noChangeAspect="1"/>
          </p:cNvPicPr>
          <p:nvPr/>
        </p:nvPicPr>
        <p:blipFill>
          <a:blip r:embed="rId234"/>
          <a:stretch>
            <a:fillRect/>
          </a:stretch>
        </p:blipFill>
        <p:spPr>
          <a:xfrm>
            <a:off x="3271723" y="2409444"/>
            <a:ext cx="221285" cy="53035"/>
          </a:xfrm>
          <a:prstGeom prst="rect">
            <a:avLst/>
          </a:prstGeom>
        </p:spPr>
      </p:pic>
      <p:pic>
        <p:nvPicPr>
          <p:cNvPr id="241" name="Image 236" descr="preencoded.png"/>
          <p:cNvPicPr>
            <a:picLocks noChangeAspect="1"/>
          </p:cNvPicPr>
          <p:nvPr/>
        </p:nvPicPr>
        <p:blipFill>
          <a:blip r:embed="rId235"/>
          <a:stretch>
            <a:fillRect/>
          </a:stretch>
        </p:blipFill>
        <p:spPr>
          <a:xfrm>
            <a:off x="4054450" y="2440534"/>
            <a:ext cx="425196" cy="230429"/>
          </a:xfrm>
          <a:prstGeom prst="rect">
            <a:avLst/>
          </a:prstGeom>
        </p:spPr>
      </p:pic>
      <p:pic>
        <p:nvPicPr>
          <p:cNvPr id="242" name="Image 237" descr="preencoded.png"/>
          <p:cNvPicPr>
            <a:picLocks noChangeAspect="1"/>
          </p:cNvPicPr>
          <p:nvPr/>
        </p:nvPicPr>
        <p:blipFill>
          <a:blip r:embed="rId236"/>
          <a:stretch>
            <a:fillRect/>
          </a:stretch>
        </p:blipFill>
        <p:spPr>
          <a:xfrm>
            <a:off x="3370478" y="2472538"/>
            <a:ext cx="150876" cy="194767"/>
          </a:xfrm>
          <a:prstGeom prst="rect">
            <a:avLst/>
          </a:prstGeom>
        </p:spPr>
      </p:pic>
      <p:pic>
        <p:nvPicPr>
          <p:cNvPr id="243" name="Image 238" descr="preencoded.png"/>
          <p:cNvPicPr>
            <a:picLocks noChangeAspect="1"/>
          </p:cNvPicPr>
          <p:nvPr/>
        </p:nvPicPr>
        <p:blipFill>
          <a:blip r:embed="rId237"/>
          <a:stretch>
            <a:fillRect/>
          </a:stretch>
        </p:blipFill>
        <p:spPr>
          <a:xfrm>
            <a:off x="3322015" y="2636215"/>
            <a:ext cx="247802" cy="115214"/>
          </a:xfrm>
          <a:prstGeom prst="rect">
            <a:avLst/>
          </a:prstGeom>
        </p:spPr>
      </p:pic>
      <p:pic>
        <p:nvPicPr>
          <p:cNvPr id="244" name="Image 239" descr="preencoded.png"/>
          <p:cNvPicPr>
            <a:picLocks noChangeAspect="1"/>
          </p:cNvPicPr>
          <p:nvPr/>
        </p:nvPicPr>
        <p:blipFill>
          <a:blip r:embed="rId238"/>
          <a:stretch>
            <a:fillRect/>
          </a:stretch>
        </p:blipFill>
        <p:spPr>
          <a:xfrm>
            <a:off x="6288329" y="2833726"/>
            <a:ext cx="557784" cy="434340"/>
          </a:xfrm>
          <a:prstGeom prst="rect">
            <a:avLst/>
          </a:prstGeom>
        </p:spPr>
      </p:pic>
      <p:pic>
        <p:nvPicPr>
          <p:cNvPr id="245" name="Image 240" descr="preencoded.png"/>
          <p:cNvPicPr>
            <a:picLocks noChangeAspect="1"/>
          </p:cNvPicPr>
          <p:nvPr/>
        </p:nvPicPr>
        <p:blipFill>
          <a:blip r:embed="rId239"/>
          <a:stretch>
            <a:fillRect/>
          </a:stretch>
        </p:blipFill>
        <p:spPr>
          <a:xfrm>
            <a:off x="5450738" y="2841955"/>
            <a:ext cx="292608" cy="434340"/>
          </a:xfrm>
          <a:prstGeom prst="rect">
            <a:avLst/>
          </a:prstGeom>
        </p:spPr>
      </p:pic>
      <p:pic>
        <p:nvPicPr>
          <p:cNvPr id="246" name="Image 241" descr="preencoded.png"/>
          <p:cNvPicPr>
            <a:picLocks noChangeAspect="1"/>
          </p:cNvPicPr>
          <p:nvPr/>
        </p:nvPicPr>
        <p:blipFill>
          <a:blip r:embed="rId240"/>
          <a:stretch>
            <a:fillRect/>
          </a:stretch>
        </p:blipFill>
        <p:spPr>
          <a:xfrm>
            <a:off x="5139842" y="2874874"/>
            <a:ext cx="239573" cy="62179"/>
          </a:xfrm>
          <a:prstGeom prst="rect">
            <a:avLst/>
          </a:prstGeom>
        </p:spPr>
      </p:pic>
      <p:pic>
        <p:nvPicPr>
          <p:cNvPr id="247" name="Image 242" descr="preencoded.png"/>
          <p:cNvPicPr>
            <a:picLocks noChangeAspect="1"/>
          </p:cNvPicPr>
          <p:nvPr/>
        </p:nvPicPr>
        <p:blipFill>
          <a:blip r:embed="rId241"/>
          <a:stretch>
            <a:fillRect/>
          </a:stretch>
        </p:blipFill>
        <p:spPr>
          <a:xfrm>
            <a:off x="8895283" y="2890418"/>
            <a:ext cx="194767" cy="203911"/>
          </a:xfrm>
          <a:prstGeom prst="rect">
            <a:avLst/>
          </a:prstGeom>
        </p:spPr>
      </p:pic>
      <p:pic>
        <p:nvPicPr>
          <p:cNvPr id="248" name="Image 243" descr="preencoded.png"/>
          <p:cNvPicPr>
            <a:picLocks noChangeAspect="1"/>
          </p:cNvPicPr>
          <p:nvPr/>
        </p:nvPicPr>
        <p:blipFill>
          <a:blip r:embed="rId242"/>
          <a:stretch>
            <a:fillRect/>
          </a:stretch>
        </p:blipFill>
        <p:spPr>
          <a:xfrm>
            <a:off x="7832750" y="2900477"/>
            <a:ext cx="71323" cy="71323"/>
          </a:xfrm>
          <a:prstGeom prst="rect">
            <a:avLst/>
          </a:prstGeom>
        </p:spPr>
      </p:pic>
      <p:pic>
        <p:nvPicPr>
          <p:cNvPr id="249" name="Image 244" descr="preencoded.png"/>
          <p:cNvPicPr>
            <a:picLocks noChangeAspect="1"/>
          </p:cNvPicPr>
          <p:nvPr/>
        </p:nvPicPr>
        <p:blipFill>
          <a:blip r:embed="rId243"/>
          <a:stretch>
            <a:fillRect/>
          </a:stretch>
        </p:blipFill>
        <p:spPr>
          <a:xfrm>
            <a:off x="8947404" y="2897734"/>
            <a:ext cx="26518" cy="35662"/>
          </a:xfrm>
          <a:prstGeom prst="rect">
            <a:avLst/>
          </a:prstGeom>
        </p:spPr>
      </p:pic>
      <p:pic>
        <p:nvPicPr>
          <p:cNvPr id="250" name="Image 245" descr="preencoded.png"/>
          <p:cNvPicPr>
            <a:picLocks noChangeAspect="1"/>
          </p:cNvPicPr>
          <p:nvPr/>
        </p:nvPicPr>
        <p:blipFill>
          <a:blip r:embed="rId244"/>
          <a:stretch>
            <a:fillRect/>
          </a:stretch>
        </p:blipFill>
        <p:spPr>
          <a:xfrm>
            <a:off x="7765999" y="2900477"/>
            <a:ext cx="79553" cy="71323"/>
          </a:xfrm>
          <a:prstGeom prst="rect">
            <a:avLst/>
          </a:prstGeom>
        </p:spPr>
      </p:pic>
      <p:pic>
        <p:nvPicPr>
          <p:cNvPr id="251" name="Image 246" descr="preencoded.png"/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5119726" y="2911450"/>
            <a:ext cx="159106" cy="389534"/>
          </a:xfrm>
          <a:prstGeom prst="rect">
            <a:avLst/>
          </a:prstGeom>
        </p:spPr>
      </p:pic>
      <p:pic>
        <p:nvPicPr>
          <p:cNvPr id="252" name="Image 247" descr="preencoded.png"/>
          <p:cNvPicPr>
            <a:picLocks noChangeAspect="1"/>
          </p:cNvPicPr>
          <p:nvPr/>
        </p:nvPicPr>
        <p:blipFill>
          <a:blip r:embed="rId246"/>
          <a:stretch>
            <a:fillRect/>
          </a:stretch>
        </p:blipFill>
        <p:spPr>
          <a:xfrm>
            <a:off x="5344668" y="2913278"/>
            <a:ext cx="213055" cy="71323"/>
          </a:xfrm>
          <a:prstGeom prst="rect">
            <a:avLst/>
          </a:prstGeom>
        </p:spPr>
      </p:pic>
      <p:pic>
        <p:nvPicPr>
          <p:cNvPr id="253" name="Image 248" descr="preencoded.png"/>
          <p:cNvPicPr>
            <a:picLocks noChangeAspect="1"/>
          </p:cNvPicPr>
          <p:nvPr/>
        </p:nvPicPr>
        <p:blipFill>
          <a:blip r:embed="rId247"/>
          <a:stretch>
            <a:fillRect/>
          </a:stretch>
        </p:blipFill>
        <p:spPr>
          <a:xfrm>
            <a:off x="5470855" y="2931566"/>
            <a:ext cx="115214" cy="407822"/>
          </a:xfrm>
          <a:prstGeom prst="rect">
            <a:avLst/>
          </a:prstGeom>
        </p:spPr>
      </p:pic>
      <p:pic>
        <p:nvPicPr>
          <p:cNvPr id="254" name="Image 249" descr="preencoded.png"/>
          <p:cNvPicPr>
            <a:picLocks noChangeAspect="1"/>
          </p:cNvPicPr>
          <p:nvPr/>
        </p:nvPicPr>
        <p:blipFill>
          <a:blip r:embed="rId248"/>
          <a:stretch>
            <a:fillRect/>
          </a:stretch>
        </p:blipFill>
        <p:spPr>
          <a:xfrm>
            <a:off x="7889443" y="2933395"/>
            <a:ext cx="35662" cy="35662"/>
          </a:xfrm>
          <a:prstGeom prst="rect">
            <a:avLst/>
          </a:prstGeom>
        </p:spPr>
      </p:pic>
      <p:pic>
        <p:nvPicPr>
          <p:cNvPr id="255" name="Image 250" descr="preencoded.png"/>
          <p:cNvPicPr>
            <a:picLocks noChangeAspect="1"/>
          </p:cNvPicPr>
          <p:nvPr/>
        </p:nvPicPr>
        <p:blipFill>
          <a:blip r:embed="rId249"/>
          <a:stretch>
            <a:fillRect/>
          </a:stretch>
        </p:blipFill>
        <p:spPr>
          <a:xfrm>
            <a:off x="5310835" y="2942539"/>
            <a:ext cx="168250" cy="398678"/>
          </a:xfrm>
          <a:prstGeom prst="rect">
            <a:avLst/>
          </a:prstGeom>
        </p:spPr>
      </p:pic>
      <p:pic>
        <p:nvPicPr>
          <p:cNvPr id="256" name="Image 251" descr="preencoded.png"/>
          <p:cNvPicPr>
            <a:picLocks noChangeAspect="1"/>
          </p:cNvPicPr>
          <p:nvPr/>
        </p:nvPicPr>
        <p:blipFill>
          <a:blip r:embed="rId250"/>
          <a:stretch>
            <a:fillRect/>
          </a:stretch>
        </p:blipFill>
        <p:spPr>
          <a:xfrm>
            <a:off x="7758684" y="2954426"/>
            <a:ext cx="177394" cy="115214"/>
          </a:xfrm>
          <a:prstGeom prst="rect">
            <a:avLst/>
          </a:prstGeom>
        </p:spPr>
      </p:pic>
      <p:pic>
        <p:nvPicPr>
          <p:cNvPr id="257" name="Image 252" descr="preencoded.png"/>
          <p:cNvPicPr>
            <a:picLocks noChangeAspect="1"/>
          </p:cNvPicPr>
          <p:nvPr/>
        </p:nvPicPr>
        <p:blipFill>
          <a:blip r:embed="rId251"/>
          <a:stretch>
            <a:fillRect/>
          </a:stretch>
        </p:blipFill>
        <p:spPr>
          <a:xfrm>
            <a:off x="6299302" y="2966314"/>
            <a:ext cx="540410" cy="389534"/>
          </a:xfrm>
          <a:prstGeom prst="rect">
            <a:avLst/>
          </a:prstGeom>
        </p:spPr>
      </p:pic>
      <p:pic>
        <p:nvPicPr>
          <p:cNvPr id="258" name="Image 253" descr="preencoded.png"/>
          <p:cNvPicPr>
            <a:picLocks noChangeAspect="1"/>
          </p:cNvPicPr>
          <p:nvPr/>
        </p:nvPicPr>
        <p:blipFill>
          <a:blip r:embed="rId252"/>
          <a:stretch>
            <a:fillRect/>
          </a:stretch>
        </p:blipFill>
        <p:spPr>
          <a:xfrm>
            <a:off x="7888529" y="3004718"/>
            <a:ext cx="35662" cy="35662"/>
          </a:xfrm>
          <a:prstGeom prst="rect">
            <a:avLst/>
          </a:prstGeom>
        </p:spPr>
      </p:pic>
      <p:pic>
        <p:nvPicPr>
          <p:cNvPr id="259" name="Image 254" descr="preencoded.png"/>
          <p:cNvPicPr>
            <a:picLocks noChangeAspect="1"/>
          </p:cNvPicPr>
          <p:nvPr/>
        </p:nvPicPr>
        <p:blipFill>
          <a:blip r:embed="rId253">
            <a:duotone>
              <a:prstClr val="black"/>
              <a:srgbClr val="E2E2E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428232" y="3022092"/>
            <a:ext cx="274320" cy="247802"/>
          </a:xfrm>
          <a:prstGeom prst="rect">
            <a:avLst/>
          </a:prstGeom>
          <a:ln>
            <a:noFill/>
          </a:ln>
        </p:spPr>
      </p:pic>
      <p:sp>
        <p:nvSpPr>
          <p:cNvPr id="260" name="Shape 3"/>
          <p:cNvSpPr/>
          <p:nvPr/>
        </p:nvSpPr>
        <p:spPr>
          <a:xfrm rot="-3846000">
            <a:off x="8923630" y="3044038"/>
            <a:ext cx="33833" cy="26518"/>
          </a:xfrm>
          <a:prstGeom prst="ellipse">
            <a:avLst/>
          </a:prstGeom>
          <a:solidFill>
            <a:srgbClr val="116B95"/>
          </a:solidFill>
          <a:ln/>
        </p:spPr>
      </p:sp>
      <p:pic>
        <p:nvPicPr>
          <p:cNvPr id="261" name="Image 255" descr="preencoded.png"/>
          <p:cNvPicPr>
            <a:picLocks noChangeAspect="1"/>
          </p:cNvPicPr>
          <p:nvPr/>
        </p:nvPicPr>
        <p:blipFill>
          <a:blip r:embed="rId254"/>
          <a:stretch>
            <a:fillRect/>
          </a:stretch>
        </p:blipFill>
        <p:spPr>
          <a:xfrm>
            <a:off x="7822692" y="3049524"/>
            <a:ext cx="26518" cy="26518"/>
          </a:xfrm>
          <a:prstGeom prst="rect">
            <a:avLst/>
          </a:prstGeom>
        </p:spPr>
      </p:pic>
      <p:pic>
        <p:nvPicPr>
          <p:cNvPr id="262" name="Image 256" descr="preencoded.png"/>
          <p:cNvPicPr>
            <a:picLocks noChangeAspect="1"/>
          </p:cNvPicPr>
          <p:nvPr/>
        </p:nvPicPr>
        <p:blipFill>
          <a:blip r:embed="rId255"/>
          <a:stretch>
            <a:fillRect/>
          </a:stretch>
        </p:blipFill>
        <p:spPr>
          <a:xfrm>
            <a:off x="7522769" y="3058668"/>
            <a:ext cx="194767" cy="194767"/>
          </a:xfrm>
          <a:prstGeom prst="rect">
            <a:avLst/>
          </a:prstGeom>
        </p:spPr>
      </p:pic>
      <p:pic>
        <p:nvPicPr>
          <p:cNvPr id="263" name="Image 257" descr="preencoded.png"/>
          <p:cNvPicPr>
            <a:picLocks noChangeAspect="1"/>
          </p:cNvPicPr>
          <p:nvPr/>
        </p:nvPicPr>
        <p:blipFill>
          <a:blip r:embed="rId256"/>
          <a:stretch>
            <a:fillRect/>
          </a:stretch>
        </p:blipFill>
        <p:spPr>
          <a:xfrm>
            <a:off x="8666683" y="3059582"/>
            <a:ext cx="203911" cy="203911"/>
          </a:xfrm>
          <a:prstGeom prst="rect">
            <a:avLst/>
          </a:prstGeom>
        </p:spPr>
      </p:pic>
      <p:pic>
        <p:nvPicPr>
          <p:cNvPr id="264" name="Image 258" descr="preencoded.png"/>
          <p:cNvPicPr>
            <a:picLocks noChangeAspect="1"/>
          </p:cNvPicPr>
          <p:nvPr/>
        </p:nvPicPr>
        <p:blipFill>
          <a:blip r:embed="rId257"/>
          <a:stretch>
            <a:fillRect/>
          </a:stretch>
        </p:blipFill>
        <p:spPr>
          <a:xfrm>
            <a:off x="8967521" y="3058668"/>
            <a:ext cx="35662" cy="35662"/>
          </a:xfrm>
          <a:prstGeom prst="rect">
            <a:avLst/>
          </a:prstGeom>
        </p:spPr>
      </p:pic>
      <p:pic>
        <p:nvPicPr>
          <p:cNvPr id="265" name="Image 259" descr="preencoded.png"/>
          <p:cNvPicPr>
            <a:picLocks noChangeAspect="1"/>
          </p:cNvPicPr>
          <p:nvPr/>
        </p:nvPicPr>
        <p:blipFill>
          <a:blip r:embed="rId258"/>
          <a:stretch>
            <a:fillRect/>
          </a:stretch>
        </p:blipFill>
        <p:spPr>
          <a:xfrm>
            <a:off x="6301130" y="3210458"/>
            <a:ext cx="540410" cy="150876"/>
          </a:xfrm>
          <a:prstGeom prst="rect">
            <a:avLst/>
          </a:prstGeom>
        </p:spPr>
      </p:pic>
      <p:pic>
        <p:nvPicPr>
          <p:cNvPr id="266" name="Image 260" descr="preencoded.png"/>
          <p:cNvPicPr>
            <a:picLocks noChangeAspect="1"/>
          </p:cNvPicPr>
          <p:nvPr/>
        </p:nvPicPr>
        <p:blipFill>
          <a:blip r:embed="rId259"/>
          <a:stretch>
            <a:fillRect/>
          </a:stretch>
        </p:blipFill>
        <p:spPr>
          <a:xfrm>
            <a:off x="9831629" y="3290926"/>
            <a:ext cx="97841" cy="300838"/>
          </a:xfrm>
          <a:prstGeom prst="rect">
            <a:avLst/>
          </a:prstGeom>
        </p:spPr>
      </p:pic>
      <p:pic>
        <p:nvPicPr>
          <p:cNvPr id="267" name="Image 261" descr="preencoded.png"/>
          <p:cNvPicPr>
            <a:picLocks noChangeAspect="1"/>
          </p:cNvPicPr>
          <p:nvPr/>
        </p:nvPicPr>
        <p:blipFill>
          <a:blip r:embed="rId260"/>
          <a:stretch>
            <a:fillRect/>
          </a:stretch>
        </p:blipFill>
        <p:spPr>
          <a:xfrm>
            <a:off x="11457432" y="3560674"/>
            <a:ext cx="274320" cy="35662"/>
          </a:xfrm>
          <a:prstGeom prst="rect">
            <a:avLst/>
          </a:prstGeom>
        </p:spPr>
      </p:pic>
      <p:pic>
        <p:nvPicPr>
          <p:cNvPr id="268" name="Image 262" descr="preencoded.png"/>
          <p:cNvPicPr>
            <a:picLocks noChangeAspect="1"/>
          </p:cNvPicPr>
          <p:nvPr/>
        </p:nvPicPr>
        <p:blipFill>
          <a:blip r:embed="rId261"/>
          <a:stretch>
            <a:fillRect/>
          </a:stretch>
        </p:blipFill>
        <p:spPr>
          <a:xfrm>
            <a:off x="9902038" y="3575304"/>
            <a:ext cx="1630375" cy="17374"/>
          </a:xfrm>
          <a:prstGeom prst="rect">
            <a:avLst/>
          </a:prstGeom>
        </p:spPr>
      </p:pic>
      <p:pic>
        <p:nvPicPr>
          <p:cNvPr id="269" name="Image 263" descr="preencoded.png"/>
          <p:cNvPicPr>
            <a:picLocks noChangeAspect="1"/>
          </p:cNvPicPr>
          <p:nvPr/>
        </p:nvPicPr>
        <p:blipFill>
          <a:blip r:embed="rId262"/>
          <a:stretch>
            <a:fillRect/>
          </a:stretch>
        </p:blipFill>
        <p:spPr>
          <a:xfrm>
            <a:off x="3633826" y="3624682"/>
            <a:ext cx="141732" cy="266090"/>
          </a:xfrm>
          <a:prstGeom prst="rect">
            <a:avLst/>
          </a:prstGeom>
        </p:spPr>
      </p:pic>
      <p:pic>
        <p:nvPicPr>
          <p:cNvPr id="270" name="Image 264" descr="preencoded.png"/>
          <p:cNvPicPr>
            <a:picLocks noChangeAspect="1"/>
          </p:cNvPicPr>
          <p:nvPr/>
        </p:nvPicPr>
        <p:blipFill>
          <a:blip r:embed="rId263"/>
          <a:stretch>
            <a:fillRect/>
          </a:stretch>
        </p:blipFill>
        <p:spPr>
          <a:xfrm>
            <a:off x="3182112" y="3669487"/>
            <a:ext cx="177394" cy="150876"/>
          </a:xfrm>
          <a:prstGeom prst="rect">
            <a:avLst/>
          </a:prstGeom>
        </p:spPr>
      </p:pic>
      <p:pic>
        <p:nvPicPr>
          <p:cNvPr id="271" name="Image 265" descr="preencoded.png"/>
          <p:cNvPicPr>
            <a:picLocks noChangeAspect="1"/>
          </p:cNvPicPr>
          <p:nvPr/>
        </p:nvPicPr>
        <p:blipFill>
          <a:blip r:embed="rId264"/>
          <a:stretch>
            <a:fillRect/>
          </a:stretch>
        </p:blipFill>
        <p:spPr>
          <a:xfrm>
            <a:off x="3559759" y="3668573"/>
            <a:ext cx="97841" cy="150876"/>
          </a:xfrm>
          <a:prstGeom prst="rect">
            <a:avLst/>
          </a:prstGeom>
        </p:spPr>
      </p:pic>
      <p:pic>
        <p:nvPicPr>
          <p:cNvPr id="272" name="Image 266" descr="preencoded.png"/>
          <p:cNvPicPr>
            <a:picLocks noChangeAspect="1"/>
          </p:cNvPicPr>
          <p:nvPr/>
        </p:nvPicPr>
        <p:blipFill>
          <a:blip r:embed="rId265"/>
          <a:stretch>
            <a:fillRect/>
          </a:stretch>
        </p:blipFill>
        <p:spPr>
          <a:xfrm>
            <a:off x="519379" y="3685032"/>
            <a:ext cx="1931213" cy="1196035"/>
          </a:xfrm>
          <a:prstGeom prst="rect">
            <a:avLst/>
          </a:prstGeom>
        </p:spPr>
      </p:pic>
      <p:pic>
        <p:nvPicPr>
          <p:cNvPr id="273" name="Image 267" descr="preencoded.png"/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>
            <a:off x="9894722" y="3686861"/>
            <a:ext cx="1781251" cy="26518"/>
          </a:xfrm>
          <a:prstGeom prst="rect">
            <a:avLst/>
          </a:prstGeom>
        </p:spPr>
      </p:pic>
      <p:pic>
        <p:nvPicPr>
          <p:cNvPr id="274" name="Image 268" descr="preencoded.png"/>
          <p:cNvPicPr>
            <a:picLocks noChangeAspect="1"/>
          </p:cNvPicPr>
          <p:nvPr/>
        </p:nvPicPr>
        <p:blipFill>
          <a:blip r:embed="rId267"/>
          <a:stretch>
            <a:fillRect/>
          </a:stretch>
        </p:blipFill>
        <p:spPr>
          <a:xfrm>
            <a:off x="3461918" y="3690518"/>
            <a:ext cx="43891" cy="115214"/>
          </a:xfrm>
          <a:prstGeom prst="rect">
            <a:avLst/>
          </a:prstGeom>
        </p:spPr>
      </p:pic>
      <p:pic>
        <p:nvPicPr>
          <p:cNvPr id="275" name="Image 269" descr="preencoded.png"/>
          <p:cNvPicPr>
            <a:picLocks noChangeAspect="1"/>
          </p:cNvPicPr>
          <p:nvPr/>
        </p:nvPicPr>
        <p:blipFill>
          <a:blip r:embed="rId268"/>
          <a:stretch>
            <a:fillRect/>
          </a:stretch>
        </p:blipFill>
        <p:spPr>
          <a:xfrm>
            <a:off x="11606479" y="3690518"/>
            <a:ext cx="168250" cy="1275588"/>
          </a:xfrm>
          <a:prstGeom prst="rect">
            <a:avLst/>
          </a:prstGeom>
        </p:spPr>
      </p:pic>
      <p:pic>
        <p:nvPicPr>
          <p:cNvPr id="276" name="Image 270" descr="preencoded.png"/>
          <p:cNvPicPr>
            <a:picLocks noChangeAspect="1"/>
          </p:cNvPicPr>
          <p:nvPr/>
        </p:nvPicPr>
        <p:blipFill>
          <a:blip r:embed="rId269"/>
          <a:stretch>
            <a:fillRect/>
          </a:stretch>
        </p:blipFill>
        <p:spPr>
          <a:xfrm>
            <a:off x="3489350" y="3689604"/>
            <a:ext cx="88697" cy="124358"/>
          </a:xfrm>
          <a:prstGeom prst="rect">
            <a:avLst/>
          </a:prstGeom>
        </p:spPr>
      </p:pic>
      <p:pic>
        <p:nvPicPr>
          <p:cNvPr id="277" name="Image 271" descr="preencoded.png"/>
          <p:cNvPicPr>
            <a:picLocks noChangeAspect="1"/>
          </p:cNvPicPr>
          <p:nvPr/>
        </p:nvPicPr>
        <p:blipFill>
          <a:blip r:embed="rId270"/>
          <a:stretch>
            <a:fillRect/>
          </a:stretch>
        </p:blipFill>
        <p:spPr>
          <a:xfrm>
            <a:off x="9833458" y="3696005"/>
            <a:ext cx="1931213" cy="1267358"/>
          </a:xfrm>
          <a:prstGeom prst="rect">
            <a:avLst/>
          </a:prstGeom>
        </p:spPr>
      </p:pic>
      <p:pic>
        <p:nvPicPr>
          <p:cNvPr id="278" name="Image 272" descr="preencoded.png"/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471830" y="3698748"/>
            <a:ext cx="1966874" cy="1258214"/>
          </a:xfrm>
          <a:prstGeom prst="rect">
            <a:avLst/>
          </a:prstGeom>
        </p:spPr>
      </p:pic>
      <p:sp>
        <p:nvSpPr>
          <p:cNvPr id="279" name="Shape 4"/>
          <p:cNvSpPr/>
          <p:nvPr/>
        </p:nvSpPr>
        <p:spPr>
          <a:xfrm rot="-30000">
            <a:off x="3775558" y="3751783"/>
            <a:ext cx="57607" cy="75895"/>
          </a:xfrm>
          <a:prstGeom prst="roundRect">
            <a:avLst/>
          </a:prstGeom>
          <a:solidFill>
            <a:srgbClr val="97989A"/>
          </a:solidFill>
          <a:ln/>
        </p:spPr>
      </p:sp>
      <p:pic>
        <p:nvPicPr>
          <p:cNvPr id="280" name="Image 273" descr="preencoded.png"/>
          <p:cNvPicPr>
            <a:picLocks noChangeAspect="1"/>
          </p:cNvPicPr>
          <p:nvPr/>
        </p:nvPicPr>
        <p:blipFill>
          <a:blip r:embed="rId272"/>
          <a:stretch>
            <a:fillRect/>
          </a:stretch>
        </p:blipFill>
        <p:spPr>
          <a:xfrm>
            <a:off x="3149194" y="3756355"/>
            <a:ext cx="35662" cy="71323"/>
          </a:xfrm>
          <a:prstGeom prst="rect">
            <a:avLst/>
          </a:prstGeom>
        </p:spPr>
      </p:pic>
      <p:sp>
        <p:nvSpPr>
          <p:cNvPr id="281" name="Shape 5"/>
          <p:cNvSpPr/>
          <p:nvPr/>
        </p:nvSpPr>
        <p:spPr>
          <a:xfrm rot="78000">
            <a:off x="3357677" y="3756355"/>
            <a:ext cx="103327" cy="66751"/>
          </a:xfrm>
          <a:prstGeom prst="roundRect">
            <a:avLst/>
          </a:prstGeom>
          <a:solidFill>
            <a:srgbClr val="97989A"/>
          </a:solidFill>
          <a:ln/>
        </p:spPr>
      </p:sp>
      <p:pic>
        <p:nvPicPr>
          <p:cNvPr id="282" name="Image 274" descr="preencoded.png"/>
          <p:cNvPicPr>
            <a:picLocks noChangeAspect="1"/>
          </p:cNvPicPr>
          <p:nvPr/>
        </p:nvPicPr>
        <p:blipFill>
          <a:blip r:embed="rId273"/>
          <a:stretch>
            <a:fillRect/>
          </a:stretch>
        </p:blipFill>
        <p:spPr>
          <a:xfrm>
            <a:off x="3461918" y="3778301"/>
            <a:ext cx="300838" cy="177394"/>
          </a:xfrm>
          <a:prstGeom prst="rect">
            <a:avLst/>
          </a:prstGeom>
        </p:spPr>
      </p:pic>
      <p:pic>
        <p:nvPicPr>
          <p:cNvPr id="283" name="Image 275" descr="preencoded.png"/>
          <p:cNvPicPr>
            <a:picLocks noChangeAspect="1"/>
          </p:cNvPicPr>
          <p:nvPr/>
        </p:nvPicPr>
        <p:blipFill>
          <a:blip r:embed="rId274"/>
          <a:stretch>
            <a:fillRect/>
          </a:stretch>
        </p:blipFill>
        <p:spPr>
          <a:xfrm>
            <a:off x="3182112" y="3807562"/>
            <a:ext cx="177394" cy="115214"/>
          </a:xfrm>
          <a:prstGeom prst="rect">
            <a:avLst/>
          </a:prstGeom>
        </p:spPr>
      </p:pic>
      <p:pic>
        <p:nvPicPr>
          <p:cNvPr id="284" name="Image 276" descr="preencoded.png"/>
          <p:cNvPicPr>
            <a:picLocks noChangeAspect="1"/>
          </p:cNvPicPr>
          <p:nvPr/>
        </p:nvPicPr>
        <p:blipFill>
          <a:blip r:embed="rId275"/>
          <a:stretch>
            <a:fillRect/>
          </a:stretch>
        </p:blipFill>
        <p:spPr>
          <a:xfrm>
            <a:off x="3731666" y="3857854"/>
            <a:ext cx="43891" cy="106070"/>
          </a:xfrm>
          <a:prstGeom prst="rect">
            <a:avLst/>
          </a:prstGeom>
        </p:spPr>
      </p:pic>
      <p:pic>
        <p:nvPicPr>
          <p:cNvPr id="285" name="Image 277" descr="preencoded.png"/>
          <p:cNvPicPr>
            <a:picLocks noChangeAspect="1"/>
          </p:cNvPicPr>
          <p:nvPr/>
        </p:nvPicPr>
        <p:blipFill>
          <a:blip r:embed="rId276"/>
          <a:stretch>
            <a:fillRect/>
          </a:stretch>
        </p:blipFill>
        <p:spPr>
          <a:xfrm>
            <a:off x="477317" y="3989527"/>
            <a:ext cx="17374" cy="779983"/>
          </a:xfrm>
          <a:prstGeom prst="rect">
            <a:avLst/>
          </a:prstGeom>
        </p:spPr>
      </p:pic>
      <p:pic>
        <p:nvPicPr>
          <p:cNvPr id="286" name="Image 278" descr="preencoded.png"/>
          <p:cNvPicPr>
            <a:picLocks noChangeAspect="1"/>
          </p:cNvPicPr>
          <p:nvPr/>
        </p:nvPicPr>
        <p:blipFill>
          <a:blip r:embed="rId277"/>
          <a:stretch>
            <a:fillRect/>
          </a:stretch>
        </p:blipFill>
        <p:spPr>
          <a:xfrm>
            <a:off x="4891126" y="4028846"/>
            <a:ext cx="585216" cy="416052"/>
          </a:xfrm>
          <a:prstGeom prst="rect">
            <a:avLst/>
          </a:prstGeom>
        </p:spPr>
      </p:pic>
      <p:pic>
        <p:nvPicPr>
          <p:cNvPr id="287" name="Image 279" descr="preencoded.png"/>
          <p:cNvPicPr>
            <a:picLocks noChangeAspect="1"/>
          </p:cNvPicPr>
          <p:nvPr/>
        </p:nvPicPr>
        <p:blipFill>
          <a:blip r:embed="rId278"/>
          <a:stretch>
            <a:fillRect/>
          </a:stretch>
        </p:blipFill>
        <p:spPr>
          <a:xfrm>
            <a:off x="5148072" y="4121201"/>
            <a:ext cx="256946" cy="266090"/>
          </a:xfrm>
          <a:prstGeom prst="rect">
            <a:avLst/>
          </a:prstGeom>
        </p:spPr>
      </p:pic>
      <p:sp>
        <p:nvSpPr>
          <p:cNvPr id="288" name="Shape 6"/>
          <p:cNvSpPr/>
          <p:nvPr/>
        </p:nvSpPr>
        <p:spPr>
          <a:xfrm rot="-18000">
            <a:off x="8775497" y="4232758"/>
            <a:ext cx="207569" cy="42977"/>
          </a:xfrm>
          <a:prstGeom prst="roundRect">
            <a:avLst/>
          </a:prstGeom>
          <a:solidFill>
            <a:srgbClr val="BDC0C5"/>
          </a:solidFill>
          <a:ln/>
        </p:spPr>
      </p:sp>
      <p:pic>
        <p:nvPicPr>
          <p:cNvPr id="289" name="Image 280" descr="preencoded.png"/>
          <p:cNvPicPr>
            <a:picLocks noChangeAspect="1"/>
          </p:cNvPicPr>
          <p:nvPr/>
        </p:nvPicPr>
        <p:blipFill>
          <a:blip r:embed="rId279"/>
          <a:stretch>
            <a:fillRect/>
          </a:stretch>
        </p:blipFill>
        <p:spPr>
          <a:xfrm>
            <a:off x="8589874" y="4278478"/>
            <a:ext cx="585216" cy="460858"/>
          </a:xfrm>
          <a:prstGeom prst="rect">
            <a:avLst/>
          </a:prstGeom>
        </p:spPr>
      </p:pic>
      <p:pic>
        <p:nvPicPr>
          <p:cNvPr id="290" name="Image 281" descr="preencoded.png"/>
          <p:cNvPicPr>
            <a:picLocks noChangeAspect="1"/>
          </p:cNvPicPr>
          <p:nvPr/>
        </p:nvPicPr>
        <p:blipFill>
          <a:blip r:embed="rId280"/>
          <a:stretch>
            <a:fillRect/>
          </a:stretch>
        </p:blipFill>
        <p:spPr>
          <a:xfrm>
            <a:off x="473659" y="4662526"/>
            <a:ext cx="1976018" cy="300838"/>
          </a:xfrm>
          <a:prstGeom prst="rect">
            <a:avLst/>
          </a:prstGeom>
        </p:spPr>
      </p:pic>
      <p:pic>
        <p:nvPicPr>
          <p:cNvPr id="291" name="Image 282" descr="preencoded.png"/>
          <p:cNvPicPr>
            <a:picLocks noChangeAspect="1"/>
          </p:cNvPicPr>
          <p:nvPr/>
        </p:nvPicPr>
        <p:blipFill>
          <a:blip r:embed="rId281"/>
          <a:stretch>
            <a:fillRect/>
          </a:stretch>
        </p:blipFill>
        <p:spPr>
          <a:xfrm>
            <a:off x="9927641" y="4947818"/>
            <a:ext cx="1709928" cy="17374"/>
          </a:xfrm>
          <a:prstGeom prst="rect">
            <a:avLst/>
          </a:prstGeom>
        </p:spPr>
      </p:pic>
      <p:pic>
        <p:nvPicPr>
          <p:cNvPr id="292" name="Image 283" descr="preencoded.png"/>
          <p:cNvPicPr>
            <a:picLocks noChangeAspect="1"/>
          </p:cNvPicPr>
          <p:nvPr/>
        </p:nvPicPr>
        <p:blipFill>
          <a:blip r:embed="rId282"/>
          <a:stretch>
            <a:fillRect/>
          </a:stretch>
        </p:blipFill>
        <p:spPr>
          <a:xfrm>
            <a:off x="1966874" y="5054803"/>
            <a:ext cx="487375" cy="292608"/>
          </a:xfrm>
          <a:prstGeom prst="rect">
            <a:avLst/>
          </a:prstGeom>
        </p:spPr>
      </p:pic>
      <p:pic>
        <p:nvPicPr>
          <p:cNvPr id="293" name="Image 284" descr="preencoded.png"/>
          <p:cNvPicPr>
            <a:picLocks noChangeAspect="1"/>
          </p:cNvPicPr>
          <p:nvPr/>
        </p:nvPicPr>
        <p:blipFill>
          <a:blip r:embed="rId283"/>
          <a:stretch>
            <a:fillRect/>
          </a:stretch>
        </p:blipFill>
        <p:spPr>
          <a:xfrm>
            <a:off x="9967874" y="5055718"/>
            <a:ext cx="1479499" cy="17374"/>
          </a:xfrm>
          <a:prstGeom prst="rect">
            <a:avLst/>
          </a:prstGeom>
        </p:spPr>
      </p:pic>
      <p:pic>
        <p:nvPicPr>
          <p:cNvPr id="294" name="Image 285" descr="preencoded.png"/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472745" y="5056632"/>
            <a:ext cx="1506017" cy="363017"/>
          </a:xfrm>
          <a:prstGeom prst="rect">
            <a:avLst/>
          </a:prstGeom>
        </p:spPr>
      </p:pic>
      <p:pic>
        <p:nvPicPr>
          <p:cNvPr id="295" name="Image 286" descr="preencoded.png"/>
          <p:cNvPicPr>
            <a:picLocks noChangeAspect="1"/>
          </p:cNvPicPr>
          <p:nvPr/>
        </p:nvPicPr>
        <p:blipFill>
          <a:blip r:embed="rId285"/>
          <a:stretch>
            <a:fillRect/>
          </a:stretch>
        </p:blipFill>
        <p:spPr>
          <a:xfrm>
            <a:off x="9834372" y="5060290"/>
            <a:ext cx="168250" cy="939089"/>
          </a:xfrm>
          <a:prstGeom prst="rect">
            <a:avLst/>
          </a:prstGeom>
        </p:spPr>
      </p:pic>
      <p:pic>
        <p:nvPicPr>
          <p:cNvPr id="296" name="Image 287" descr="preencoded.png"/>
          <p:cNvPicPr>
            <a:picLocks noChangeAspect="1"/>
          </p:cNvPicPr>
          <p:nvPr/>
        </p:nvPicPr>
        <p:blipFill>
          <a:blip r:embed="rId286"/>
          <a:stretch>
            <a:fillRect/>
          </a:stretch>
        </p:blipFill>
        <p:spPr>
          <a:xfrm>
            <a:off x="11413541" y="5060290"/>
            <a:ext cx="354787" cy="1267358"/>
          </a:xfrm>
          <a:prstGeom prst="rect">
            <a:avLst/>
          </a:prstGeom>
        </p:spPr>
      </p:pic>
      <p:pic>
        <p:nvPicPr>
          <p:cNvPr id="297" name="Image 288" descr="preencoded.png"/>
          <p:cNvPicPr>
            <a:picLocks noChangeAspect="1"/>
          </p:cNvPicPr>
          <p:nvPr/>
        </p:nvPicPr>
        <p:blipFill>
          <a:blip r:embed="rId287"/>
          <a:stretch>
            <a:fillRect/>
          </a:stretch>
        </p:blipFill>
        <p:spPr>
          <a:xfrm>
            <a:off x="481889" y="5066690"/>
            <a:ext cx="1966874" cy="1258214"/>
          </a:xfrm>
          <a:prstGeom prst="rect">
            <a:avLst/>
          </a:prstGeom>
        </p:spPr>
      </p:pic>
      <p:pic>
        <p:nvPicPr>
          <p:cNvPr id="298" name="Image 289" descr="preencoded.png"/>
          <p:cNvPicPr>
            <a:picLocks noChangeAspect="1"/>
          </p:cNvPicPr>
          <p:nvPr/>
        </p:nvPicPr>
        <p:blipFill>
          <a:blip r:embed="rId288"/>
          <a:stretch>
            <a:fillRect/>
          </a:stretch>
        </p:blipFill>
        <p:spPr>
          <a:xfrm>
            <a:off x="9838030" y="5064862"/>
            <a:ext cx="1931213" cy="1258214"/>
          </a:xfrm>
          <a:prstGeom prst="rect">
            <a:avLst/>
          </a:prstGeom>
        </p:spPr>
      </p:pic>
      <p:pic>
        <p:nvPicPr>
          <p:cNvPr id="299" name="Image 290" descr="preencoded.png"/>
          <p:cNvPicPr>
            <a:picLocks noChangeAspect="1"/>
          </p:cNvPicPr>
          <p:nvPr/>
        </p:nvPicPr>
        <p:blipFill>
          <a:blip r:embed="rId289"/>
          <a:stretch>
            <a:fillRect/>
          </a:stretch>
        </p:blipFill>
        <p:spPr>
          <a:xfrm>
            <a:off x="5318150" y="5069434"/>
            <a:ext cx="106070" cy="221285"/>
          </a:xfrm>
          <a:prstGeom prst="rect">
            <a:avLst/>
          </a:prstGeom>
        </p:spPr>
      </p:pic>
      <p:pic>
        <p:nvPicPr>
          <p:cNvPr id="300" name="Image 291" descr="preencoded.png"/>
          <p:cNvPicPr>
            <a:picLocks noChangeAspect="1"/>
          </p:cNvPicPr>
          <p:nvPr/>
        </p:nvPicPr>
        <p:blipFill>
          <a:blip r:embed="rId290"/>
          <a:stretch>
            <a:fillRect/>
          </a:stretch>
        </p:blipFill>
        <p:spPr>
          <a:xfrm>
            <a:off x="8758123" y="5152644"/>
            <a:ext cx="194767" cy="487375"/>
          </a:xfrm>
          <a:prstGeom prst="rect">
            <a:avLst/>
          </a:prstGeom>
        </p:spPr>
      </p:pic>
      <p:sp>
        <p:nvSpPr>
          <p:cNvPr id="301" name="Shape 7"/>
          <p:cNvSpPr/>
          <p:nvPr/>
        </p:nvSpPr>
        <p:spPr>
          <a:xfrm rot="6000">
            <a:off x="7472477" y="5209337"/>
            <a:ext cx="74981" cy="78638"/>
          </a:xfrm>
          <a:prstGeom prst="roundRect">
            <a:avLst/>
          </a:prstGeom>
          <a:solidFill>
            <a:srgbClr val="906B48"/>
          </a:solidFill>
          <a:ln/>
        </p:spPr>
      </p:sp>
      <p:sp>
        <p:nvSpPr>
          <p:cNvPr id="302" name="Shape 8"/>
          <p:cNvSpPr/>
          <p:nvPr/>
        </p:nvSpPr>
        <p:spPr>
          <a:xfrm rot="18000">
            <a:off x="7567574" y="5210251"/>
            <a:ext cx="72238" cy="77724"/>
          </a:xfrm>
          <a:prstGeom prst="roundRect">
            <a:avLst/>
          </a:prstGeom>
          <a:solidFill>
            <a:srgbClr val="906B48"/>
          </a:solidFill>
          <a:ln/>
        </p:spPr>
      </p:sp>
      <p:sp>
        <p:nvSpPr>
          <p:cNvPr id="303" name="Shape 9"/>
          <p:cNvSpPr/>
          <p:nvPr/>
        </p:nvSpPr>
        <p:spPr>
          <a:xfrm>
            <a:off x="7663586" y="5212080"/>
            <a:ext cx="72238" cy="75895"/>
          </a:xfrm>
          <a:prstGeom prst="roundRect">
            <a:avLst/>
          </a:prstGeom>
          <a:solidFill>
            <a:srgbClr val="906B48"/>
          </a:solidFill>
          <a:ln/>
        </p:spPr>
      </p:sp>
      <p:pic>
        <p:nvPicPr>
          <p:cNvPr id="304" name="Image 292" descr="preencoded.png"/>
          <p:cNvPicPr>
            <a:picLocks noChangeAspect="1"/>
          </p:cNvPicPr>
          <p:nvPr/>
        </p:nvPicPr>
        <p:blipFill>
          <a:blip r:embed="rId291"/>
          <a:stretch>
            <a:fillRect/>
          </a:stretch>
        </p:blipFill>
        <p:spPr>
          <a:xfrm>
            <a:off x="4919472" y="5237683"/>
            <a:ext cx="566928" cy="372161"/>
          </a:xfrm>
          <a:prstGeom prst="rect">
            <a:avLst/>
          </a:prstGeom>
        </p:spPr>
      </p:pic>
      <p:pic>
        <p:nvPicPr>
          <p:cNvPr id="305" name="Image 293" descr="preencoded.png"/>
          <p:cNvPicPr>
            <a:picLocks noChangeAspect="1"/>
          </p:cNvPicPr>
          <p:nvPr/>
        </p:nvPicPr>
        <p:blipFill>
          <a:blip r:embed="rId292"/>
          <a:stretch>
            <a:fillRect/>
          </a:stretch>
        </p:blipFill>
        <p:spPr>
          <a:xfrm>
            <a:off x="4906670" y="5295290"/>
            <a:ext cx="638251" cy="328270"/>
          </a:xfrm>
          <a:prstGeom prst="rect">
            <a:avLst/>
          </a:prstGeom>
        </p:spPr>
      </p:pic>
      <p:pic>
        <p:nvPicPr>
          <p:cNvPr id="306" name="Image 294" descr="preencoded.png"/>
          <p:cNvPicPr>
            <a:picLocks noChangeAspect="1"/>
          </p:cNvPicPr>
          <p:nvPr/>
        </p:nvPicPr>
        <p:blipFill>
          <a:blip r:embed="rId293"/>
          <a:stretch>
            <a:fillRect/>
          </a:stretch>
        </p:blipFill>
        <p:spPr>
          <a:xfrm>
            <a:off x="476402" y="5302606"/>
            <a:ext cx="17374" cy="672998"/>
          </a:xfrm>
          <a:prstGeom prst="rect">
            <a:avLst/>
          </a:prstGeom>
        </p:spPr>
      </p:pic>
      <p:pic>
        <p:nvPicPr>
          <p:cNvPr id="307" name="Image 295" descr="preencoded.png"/>
          <p:cNvPicPr>
            <a:picLocks noChangeAspect="1"/>
          </p:cNvPicPr>
          <p:nvPr/>
        </p:nvPicPr>
        <p:blipFill>
          <a:blip r:embed="rId294"/>
          <a:stretch>
            <a:fillRect/>
          </a:stretch>
        </p:blipFill>
        <p:spPr>
          <a:xfrm>
            <a:off x="4857293" y="5302606"/>
            <a:ext cx="62179" cy="309982"/>
          </a:xfrm>
          <a:prstGeom prst="rect">
            <a:avLst/>
          </a:prstGeom>
        </p:spPr>
      </p:pic>
      <p:sp>
        <p:nvSpPr>
          <p:cNvPr id="308" name="Shape 10"/>
          <p:cNvSpPr/>
          <p:nvPr/>
        </p:nvSpPr>
        <p:spPr>
          <a:xfrm>
            <a:off x="7471562" y="5315407"/>
            <a:ext cx="76810" cy="76810"/>
          </a:xfrm>
          <a:prstGeom prst="roundRect">
            <a:avLst/>
          </a:prstGeom>
          <a:solidFill>
            <a:srgbClr val="906B48"/>
          </a:solidFill>
          <a:ln/>
        </p:spPr>
      </p:sp>
      <p:sp>
        <p:nvSpPr>
          <p:cNvPr id="309" name="Shape 11"/>
          <p:cNvSpPr/>
          <p:nvPr/>
        </p:nvSpPr>
        <p:spPr>
          <a:xfrm rot="6000">
            <a:off x="7566660" y="5315407"/>
            <a:ext cx="76810" cy="76810"/>
          </a:xfrm>
          <a:prstGeom prst="roundRect">
            <a:avLst/>
          </a:prstGeom>
          <a:solidFill>
            <a:srgbClr val="906B48"/>
          </a:solidFill>
          <a:ln/>
        </p:spPr>
      </p:sp>
      <p:sp>
        <p:nvSpPr>
          <p:cNvPr id="310" name="Shape 12"/>
          <p:cNvSpPr/>
          <p:nvPr/>
        </p:nvSpPr>
        <p:spPr>
          <a:xfrm rot="-6000">
            <a:off x="7662672" y="5313578"/>
            <a:ext cx="75895" cy="77724"/>
          </a:xfrm>
          <a:prstGeom prst="roundRect">
            <a:avLst/>
          </a:prstGeom>
          <a:solidFill>
            <a:srgbClr val="906B48"/>
          </a:solidFill>
          <a:ln/>
        </p:spPr>
      </p:sp>
      <p:pic>
        <p:nvPicPr>
          <p:cNvPr id="311" name="Image 296" descr="preencoded.png"/>
          <p:cNvPicPr>
            <a:picLocks noChangeAspect="1"/>
          </p:cNvPicPr>
          <p:nvPr/>
        </p:nvPicPr>
        <p:blipFill>
          <a:blip r:embed="rId295"/>
          <a:stretch>
            <a:fillRect/>
          </a:stretch>
        </p:blipFill>
        <p:spPr>
          <a:xfrm>
            <a:off x="2435962" y="5333695"/>
            <a:ext cx="17374" cy="655625"/>
          </a:xfrm>
          <a:prstGeom prst="rect">
            <a:avLst/>
          </a:prstGeom>
        </p:spPr>
      </p:pic>
      <p:sp>
        <p:nvSpPr>
          <p:cNvPr id="312" name="Shape 13"/>
          <p:cNvSpPr/>
          <p:nvPr/>
        </p:nvSpPr>
        <p:spPr>
          <a:xfrm rot="6000">
            <a:off x="4820717" y="5372100"/>
            <a:ext cx="21946" cy="170993"/>
          </a:xfrm>
          <a:prstGeom prst="roundRect">
            <a:avLst/>
          </a:prstGeom>
          <a:solidFill>
            <a:srgbClr val="97989A"/>
          </a:solidFill>
          <a:ln/>
        </p:spPr>
      </p:sp>
      <p:sp>
        <p:nvSpPr>
          <p:cNvPr id="313" name="Shape 14"/>
          <p:cNvSpPr/>
          <p:nvPr/>
        </p:nvSpPr>
        <p:spPr>
          <a:xfrm rot="6000">
            <a:off x="4841748" y="5393131"/>
            <a:ext cx="18288" cy="129845"/>
          </a:xfrm>
          <a:prstGeom prst="roundRect">
            <a:avLst/>
          </a:prstGeom>
          <a:solidFill>
            <a:srgbClr val="BDC0C5"/>
          </a:solidFill>
          <a:ln/>
        </p:spPr>
      </p:sp>
      <p:sp>
        <p:nvSpPr>
          <p:cNvPr id="314" name="Shape 15"/>
          <p:cNvSpPr/>
          <p:nvPr/>
        </p:nvSpPr>
        <p:spPr>
          <a:xfrm rot="12000">
            <a:off x="7471562" y="5417820"/>
            <a:ext cx="75895" cy="78638"/>
          </a:xfrm>
          <a:prstGeom prst="roundRect">
            <a:avLst/>
          </a:prstGeom>
          <a:solidFill>
            <a:srgbClr val="906B48"/>
          </a:solidFill>
          <a:ln/>
        </p:spPr>
      </p:sp>
      <p:sp>
        <p:nvSpPr>
          <p:cNvPr id="315" name="Shape 16"/>
          <p:cNvSpPr/>
          <p:nvPr/>
        </p:nvSpPr>
        <p:spPr>
          <a:xfrm rot="6000">
            <a:off x="7567574" y="5416906"/>
            <a:ext cx="72238" cy="77724"/>
          </a:xfrm>
          <a:prstGeom prst="roundRect">
            <a:avLst/>
          </a:prstGeom>
          <a:solidFill>
            <a:srgbClr val="906B48"/>
          </a:solidFill>
          <a:ln/>
        </p:spPr>
      </p:sp>
      <p:sp>
        <p:nvSpPr>
          <p:cNvPr id="316" name="Shape 17"/>
          <p:cNvSpPr/>
          <p:nvPr/>
        </p:nvSpPr>
        <p:spPr>
          <a:xfrm rot="-6000">
            <a:off x="7662672" y="5418734"/>
            <a:ext cx="74066" cy="74066"/>
          </a:xfrm>
          <a:prstGeom prst="roundRect">
            <a:avLst/>
          </a:prstGeom>
          <a:solidFill>
            <a:srgbClr val="906B48"/>
          </a:solidFill>
          <a:ln/>
        </p:spPr>
      </p:sp>
      <p:sp>
        <p:nvSpPr>
          <p:cNvPr id="317" name="Shape 18"/>
          <p:cNvSpPr/>
          <p:nvPr/>
        </p:nvSpPr>
        <p:spPr>
          <a:xfrm rot="-6000">
            <a:off x="8823046" y="5522062"/>
            <a:ext cx="64922" cy="119786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318" name="Image 297" descr="preencoded.png"/>
          <p:cNvPicPr>
            <a:picLocks noChangeAspect="1"/>
          </p:cNvPicPr>
          <p:nvPr/>
        </p:nvPicPr>
        <p:blipFill>
          <a:blip r:embed="rId296"/>
          <a:stretch>
            <a:fillRect/>
          </a:stretch>
        </p:blipFill>
        <p:spPr>
          <a:xfrm>
            <a:off x="473659" y="5958230"/>
            <a:ext cx="1976018" cy="381305"/>
          </a:xfrm>
          <a:prstGeom prst="rect">
            <a:avLst/>
          </a:prstGeom>
        </p:spPr>
      </p:pic>
      <p:pic>
        <p:nvPicPr>
          <p:cNvPr id="319" name="Image 298" descr="preencoded.png"/>
          <p:cNvPicPr>
            <a:picLocks noChangeAspect="1"/>
          </p:cNvPicPr>
          <p:nvPr/>
        </p:nvPicPr>
        <p:blipFill>
          <a:blip r:embed="rId297"/>
          <a:stretch>
            <a:fillRect/>
          </a:stretch>
        </p:blipFill>
        <p:spPr>
          <a:xfrm>
            <a:off x="9830714" y="5975604"/>
            <a:ext cx="79553" cy="354787"/>
          </a:xfrm>
          <a:prstGeom prst="rect">
            <a:avLst/>
          </a:prstGeom>
        </p:spPr>
      </p:pic>
      <p:pic>
        <p:nvPicPr>
          <p:cNvPr id="321" name="Image 300" descr="preencoded.png"/>
          <p:cNvPicPr>
            <a:picLocks noChangeAspect="1"/>
          </p:cNvPicPr>
          <p:nvPr/>
        </p:nvPicPr>
        <p:blipFill>
          <a:blip r:embed="rId298"/>
          <a:stretch>
            <a:fillRect/>
          </a:stretch>
        </p:blipFill>
        <p:spPr>
          <a:xfrm>
            <a:off x="9895637" y="6313932"/>
            <a:ext cx="1798625" cy="26518"/>
          </a:xfrm>
          <a:prstGeom prst="rect">
            <a:avLst/>
          </a:prstGeom>
        </p:spPr>
      </p:pic>
      <p:pic>
        <p:nvPicPr>
          <p:cNvPr id="323" name="Image 302" descr="preencoded.png"/>
          <p:cNvPicPr>
            <a:picLocks noChangeAspect="1"/>
          </p:cNvPicPr>
          <p:nvPr/>
        </p:nvPicPr>
        <p:blipFill>
          <a:blip r:embed="rId299"/>
          <a:stretch>
            <a:fillRect/>
          </a:stretch>
        </p:blipFill>
        <p:spPr>
          <a:xfrm>
            <a:off x="10534802" y="2637130"/>
            <a:ext cx="97841" cy="88697"/>
          </a:xfrm>
          <a:prstGeom prst="rect">
            <a:avLst/>
          </a:prstGeom>
        </p:spPr>
      </p:pic>
      <p:pic>
        <p:nvPicPr>
          <p:cNvPr id="324" name="Image 303" descr="preencoded.png"/>
          <p:cNvPicPr>
            <a:picLocks noChangeAspect="1"/>
          </p:cNvPicPr>
          <p:nvPr/>
        </p:nvPicPr>
        <p:blipFill>
          <a:blip r:embed="rId300"/>
          <a:stretch>
            <a:fillRect/>
          </a:stretch>
        </p:blipFill>
        <p:spPr>
          <a:xfrm>
            <a:off x="10648188" y="2730398"/>
            <a:ext cx="79553" cy="53035"/>
          </a:xfrm>
          <a:prstGeom prst="rect">
            <a:avLst/>
          </a:prstGeom>
        </p:spPr>
      </p:pic>
      <p:pic>
        <p:nvPicPr>
          <p:cNvPr id="325" name="Image 304" descr="preencoded.png"/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10540289" y="2673706"/>
            <a:ext cx="97841" cy="79553"/>
          </a:xfrm>
          <a:prstGeom prst="rect">
            <a:avLst/>
          </a:prstGeom>
        </p:spPr>
      </p:pic>
      <p:pic>
        <p:nvPicPr>
          <p:cNvPr id="326" name="Image 305" descr="preencoded.png"/>
          <p:cNvPicPr>
            <a:picLocks noChangeAspect="1"/>
          </p:cNvPicPr>
          <p:nvPr/>
        </p:nvPicPr>
        <p:blipFill>
          <a:blip r:embed="rId302"/>
          <a:stretch>
            <a:fillRect/>
          </a:stretch>
        </p:blipFill>
        <p:spPr>
          <a:xfrm>
            <a:off x="10712196" y="2751430"/>
            <a:ext cx="35662" cy="17374"/>
          </a:xfrm>
          <a:prstGeom prst="rect">
            <a:avLst/>
          </a:prstGeom>
        </p:spPr>
      </p:pic>
      <p:pic>
        <p:nvPicPr>
          <p:cNvPr id="327" name="Image 306" descr="preencoded.png"/>
          <p:cNvPicPr>
            <a:picLocks noChangeAspect="1"/>
          </p:cNvPicPr>
          <p:nvPr/>
        </p:nvPicPr>
        <p:blipFill>
          <a:blip r:embed="rId303"/>
          <a:stretch>
            <a:fillRect/>
          </a:stretch>
        </p:blipFill>
        <p:spPr>
          <a:xfrm>
            <a:off x="10537546" y="2758745"/>
            <a:ext cx="97841" cy="17374"/>
          </a:xfrm>
          <a:prstGeom prst="rect">
            <a:avLst/>
          </a:prstGeom>
        </p:spPr>
      </p:pic>
      <p:pic>
        <p:nvPicPr>
          <p:cNvPr id="328" name="Image 307" descr="preencoded.png"/>
          <p:cNvPicPr>
            <a:picLocks noChangeAspect="1"/>
          </p:cNvPicPr>
          <p:nvPr/>
        </p:nvPicPr>
        <p:blipFill>
          <a:blip r:embed="rId304"/>
          <a:stretch>
            <a:fillRect/>
          </a:stretch>
        </p:blipFill>
        <p:spPr>
          <a:xfrm>
            <a:off x="10421417" y="2818181"/>
            <a:ext cx="97841" cy="35662"/>
          </a:xfrm>
          <a:prstGeom prst="rect">
            <a:avLst/>
          </a:prstGeom>
        </p:spPr>
      </p:pic>
      <p:pic>
        <p:nvPicPr>
          <p:cNvPr id="329" name="Image 308" descr="preencoded.png"/>
          <p:cNvPicPr>
            <a:picLocks noChangeAspect="1"/>
          </p:cNvPicPr>
          <p:nvPr/>
        </p:nvPicPr>
        <p:blipFill>
          <a:blip r:embed="rId305"/>
          <a:stretch>
            <a:fillRect/>
          </a:stretch>
        </p:blipFill>
        <p:spPr>
          <a:xfrm>
            <a:off x="1097280" y="2518258"/>
            <a:ext cx="97841" cy="292608"/>
          </a:xfrm>
          <a:prstGeom prst="rect">
            <a:avLst/>
          </a:prstGeom>
        </p:spPr>
      </p:pic>
      <p:pic>
        <p:nvPicPr>
          <p:cNvPr id="330" name="Image 309" descr="preencoded.png"/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1526134" y="2758745"/>
            <a:ext cx="132588" cy="221285"/>
          </a:xfrm>
          <a:prstGeom prst="rect">
            <a:avLst/>
          </a:prstGeom>
        </p:spPr>
      </p:pic>
      <p:pic>
        <p:nvPicPr>
          <p:cNvPr id="331" name="Image 310" descr="preencoded.png"/>
          <p:cNvPicPr>
            <a:picLocks noChangeAspect="1"/>
          </p:cNvPicPr>
          <p:nvPr/>
        </p:nvPicPr>
        <p:blipFill>
          <a:blip r:embed="rId307"/>
          <a:stretch>
            <a:fillRect/>
          </a:stretch>
        </p:blipFill>
        <p:spPr>
          <a:xfrm>
            <a:off x="1161288" y="2760574"/>
            <a:ext cx="381305" cy="62179"/>
          </a:xfrm>
          <a:prstGeom prst="rect">
            <a:avLst/>
          </a:prstGeom>
        </p:spPr>
      </p:pic>
      <p:pic>
        <p:nvPicPr>
          <p:cNvPr id="332" name="Image 311" descr="preencoded.png"/>
          <p:cNvPicPr>
            <a:picLocks noChangeAspect="1"/>
          </p:cNvPicPr>
          <p:nvPr/>
        </p:nvPicPr>
        <p:blipFill>
          <a:blip r:embed="rId308"/>
          <a:stretch>
            <a:fillRect/>
          </a:stretch>
        </p:blipFill>
        <p:spPr>
          <a:xfrm>
            <a:off x="857707" y="2562149"/>
            <a:ext cx="886054" cy="389534"/>
          </a:xfrm>
          <a:prstGeom prst="rect">
            <a:avLst/>
          </a:prstGeom>
        </p:spPr>
      </p:pic>
      <p:pic>
        <p:nvPicPr>
          <p:cNvPr id="333" name="Image 312" descr="preencoded.png"/>
          <p:cNvPicPr>
            <a:picLocks noChangeAspect="1"/>
          </p:cNvPicPr>
          <p:nvPr/>
        </p:nvPicPr>
        <p:blipFill>
          <a:blip r:embed="rId309"/>
          <a:stretch>
            <a:fillRect/>
          </a:stretch>
        </p:blipFill>
        <p:spPr>
          <a:xfrm>
            <a:off x="1322222" y="2841041"/>
            <a:ext cx="239573" cy="53035"/>
          </a:xfrm>
          <a:prstGeom prst="rect">
            <a:avLst/>
          </a:prstGeom>
        </p:spPr>
      </p:pic>
      <p:pic>
        <p:nvPicPr>
          <p:cNvPr id="335" name="Image 314" descr="preencoded.png"/>
          <p:cNvPicPr>
            <a:picLocks noChangeAspect="1"/>
          </p:cNvPicPr>
          <p:nvPr/>
        </p:nvPicPr>
        <p:blipFill>
          <a:blip r:embed="rId310"/>
          <a:stretch>
            <a:fillRect/>
          </a:stretch>
        </p:blipFill>
        <p:spPr>
          <a:xfrm>
            <a:off x="5158130" y="5474513"/>
            <a:ext cx="97841" cy="62179"/>
          </a:xfrm>
          <a:prstGeom prst="rect">
            <a:avLst/>
          </a:prstGeom>
        </p:spPr>
      </p:pic>
      <p:pic>
        <p:nvPicPr>
          <p:cNvPr id="336" name="Image 315" descr="preencoded.png"/>
          <p:cNvPicPr>
            <a:picLocks noChangeAspect="1"/>
          </p:cNvPicPr>
          <p:nvPr/>
        </p:nvPicPr>
        <p:blipFill>
          <a:blip r:embed="rId311"/>
          <a:stretch>
            <a:fillRect/>
          </a:stretch>
        </p:blipFill>
        <p:spPr>
          <a:xfrm>
            <a:off x="6139282" y="699516"/>
            <a:ext cx="1621231" cy="744322"/>
          </a:xfrm>
          <a:prstGeom prst="rect">
            <a:avLst/>
          </a:prstGeom>
        </p:spPr>
      </p:pic>
      <p:pic>
        <p:nvPicPr>
          <p:cNvPr id="337" name="Image 316" descr="preencoded.png"/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10564978" y="1078078"/>
            <a:ext cx="451714" cy="602590"/>
          </a:xfrm>
          <a:prstGeom prst="rect">
            <a:avLst/>
          </a:prstGeom>
        </p:spPr>
      </p:pic>
      <p:pic>
        <p:nvPicPr>
          <p:cNvPr id="340" name="Image 319" descr="preencoded.png"/>
          <p:cNvPicPr>
            <a:picLocks noChangeAspect="1"/>
          </p:cNvPicPr>
          <p:nvPr/>
        </p:nvPicPr>
        <p:blipFill>
          <a:blip r:embed="rId313"/>
          <a:stretch>
            <a:fillRect/>
          </a:stretch>
        </p:blipFill>
        <p:spPr>
          <a:xfrm>
            <a:off x="10631729" y="1239012"/>
            <a:ext cx="97841" cy="79553"/>
          </a:xfrm>
          <a:prstGeom prst="rect">
            <a:avLst/>
          </a:prstGeom>
        </p:spPr>
      </p:pic>
      <p:sp>
        <p:nvSpPr>
          <p:cNvPr id="341" name="Shape 19"/>
          <p:cNvSpPr/>
          <p:nvPr/>
        </p:nvSpPr>
        <p:spPr>
          <a:xfrm rot="6000">
            <a:off x="10755173" y="1264615"/>
            <a:ext cx="186538" cy="28346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343" name="Shape 20"/>
          <p:cNvSpPr/>
          <p:nvPr/>
        </p:nvSpPr>
        <p:spPr>
          <a:xfrm rot="-30000">
            <a:off x="10754258" y="1339596"/>
            <a:ext cx="171907" cy="26518"/>
          </a:xfrm>
          <a:prstGeom prst="roundRect">
            <a:avLst/>
          </a:prstGeom>
          <a:solidFill>
            <a:srgbClr val="565756"/>
          </a:solidFill>
          <a:ln/>
        </p:spPr>
      </p:sp>
      <p:pic>
        <p:nvPicPr>
          <p:cNvPr id="344" name="Image 321" descr="preencoded.png"/>
          <p:cNvPicPr>
            <a:picLocks noChangeAspect="1"/>
          </p:cNvPicPr>
          <p:nvPr/>
        </p:nvPicPr>
        <p:blipFill>
          <a:blip r:embed="rId314"/>
          <a:stretch>
            <a:fillRect/>
          </a:stretch>
        </p:blipFill>
        <p:spPr>
          <a:xfrm>
            <a:off x="10888675" y="1345082"/>
            <a:ext cx="230429" cy="230429"/>
          </a:xfrm>
          <a:prstGeom prst="rect">
            <a:avLst/>
          </a:prstGeom>
        </p:spPr>
      </p:pic>
      <p:pic>
        <p:nvPicPr>
          <p:cNvPr id="345" name="Image 322" descr="preencoded.png"/>
          <p:cNvPicPr>
            <a:picLocks noChangeAspect="1"/>
          </p:cNvPicPr>
          <p:nvPr/>
        </p:nvPicPr>
        <p:blipFill>
          <a:blip r:embed="rId315"/>
          <a:stretch>
            <a:fillRect/>
          </a:stretch>
        </p:blipFill>
        <p:spPr>
          <a:xfrm>
            <a:off x="10630814" y="1348740"/>
            <a:ext cx="97841" cy="79553"/>
          </a:xfrm>
          <a:prstGeom prst="rect">
            <a:avLst/>
          </a:prstGeom>
        </p:spPr>
      </p:pic>
      <p:sp>
        <p:nvSpPr>
          <p:cNvPr id="346" name="Shape 21"/>
          <p:cNvSpPr/>
          <p:nvPr/>
        </p:nvSpPr>
        <p:spPr>
          <a:xfrm rot="18000">
            <a:off x="10755173" y="1395374"/>
            <a:ext cx="130759" cy="27432"/>
          </a:xfrm>
          <a:prstGeom prst="roundRect">
            <a:avLst/>
          </a:prstGeom>
          <a:solidFill>
            <a:srgbClr val="565756"/>
          </a:solidFill>
          <a:ln/>
        </p:spPr>
      </p:sp>
      <p:pic>
        <p:nvPicPr>
          <p:cNvPr id="347" name="Image 323" descr="preencoded.png"/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10630814" y="1471270"/>
            <a:ext cx="97841" cy="97841"/>
          </a:xfrm>
          <a:prstGeom prst="rect">
            <a:avLst/>
          </a:prstGeom>
        </p:spPr>
      </p:pic>
      <p:sp>
        <p:nvSpPr>
          <p:cNvPr id="348" name="Shape 22"/>
          <p:cNvSpPr/>
          <p:nvPr/>
        </p:nvSpPr>
        <p:spPr>
          <a:xfrm rot="24000">
            <a:off x="10755173" y="1478585"/>
            <a:ext cx="130759" cy="27432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350" name="Shape 23"/>
          <p:cNvSpPr/>
          <p:nvPr/>
        </p:nvSpPr>
        <p:spPr>
          <a:xfrm rot="24000">
            <a:off x="10757002" y="1534363"/>
            <a:ext cx="133502" cy="29261"/>
          </a:xfrm>
          <a:prstGeom prst="roundRect">
            <a:avLst/>
          </a:prstGeom>
          <a:solidFill>
            <a:srgbClr val="565756"/>
          </a:solidFill>
          <a:ln/>
        </p:spPr>
      </p:sp>
      <p:pic>
        <p:nvPicPr>
          <p:cNvPr id="356" name="Image 328" descr="preencoded.png"/>
          <p:cNvPicPr>
            <a:picLocks noChangeAspect="1"/>
          </p:cNvPicPr>
          <p:nvPr/>
        </p:nvPicPr>
        <p:blipFill>
          <a:blip r:embed="rId317"/>
          <a:stretch>
            <a:fillRect/>
          </a:stretch>
        </p:blipFill>
        <p:spPr>
          <a:xfrm>
            <a:off x="1077163" y="2438705"/>
            <a:ext cx="115214" cy="372161"/>
          </a:xfrm>
          <a:prstGeom prst="rect">
            <a:avLst/>
          </a:prstGeom>
        </p:spPr>
      </p:pic>
      <p:pic>
        <p:nvPicPr>
          <p:cNvPr id="357" name="Image 329" descr="preencoded.png"/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4316882" y="2451506"/>
            <a:ext cx="97841" cy="53035"/>
          </a:xfrm>
          <a:prstGeom prst="rect">
            <a:avLst/>
          </a:prstGeom>
        </p:spPr>
      </p:pic>
      <p:pic>
        <p:nvPicPr>
          <p:cNvPr id="358" name="Image 330" descr="preencoded.png"/>
          <p:cNvPicPr>
            <a:picLocks noChangeAspect="1"/>
          </p:cNvPicPr>
          <p:nvPr/>
        </p:nvPicPr>
        <p:blipFill>
          <a:blip r:embed="rId319"/>
          <a:stretch>
            <a:fillRect/>
          </a:stretch>
        </p:blipFill>
        <p:spPr>
          <a:xfrm>
            <a:off x="4116629" y="2450592"/>
            <a:ext cx="194767" cy="53035"/>
          </a:xfrm>
          <a:prstGeom prst="rect">
            <a:avLst/>
          </a:prstGeom>
        </p:spPr>
      </p:pic>
      <p:pic>
        <p:nvPicPr>
          <p:cNvPr id="361" name="Image 333" descr="preencoded.png"/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10248595" y="2497226"/>
            <a:ext cx="540410" cy="513893"/>
          </a:xfrm>
          <a:prstGeom prst="rect">
            <a:avLst/>
          </a:prstGeom>
        </p:spPr>
      </p:pic>
      <p:pic>
        <p:nvPicPr>
          <p:cNvPr id="362" name="Image 334" descr="preencoded.png"/>
          <p:cNvPicPr>
            <a:picLocks noChangeAspect="1"/>
          </p:cNvPicPr>
          <p:nvPr/>
        </p:nvPicPr>
        <p:blipFill>
          <a:blip r:embed="rId321"/>
          <a:stretch>
            <a:fillRect/>
          </a:stretch>
        </p:blipFill>
        <p:spPr>
          <a:xfrm>
            <a:off x="4094683" y="2508199"/>
            <a:ext cx="345643" cy="71323"/>
          </a:xfrm>
          <a:prstGeom prst="rect">
            <a:avLst/>
          </a:prstGeom>
        </p:spPr>
      </p:pic>
      <p:pic>
        <p:nvPicPr>
          <p:cNvPr id="363" name="Image 335" descr="preencoded.png"/>
          <p:cNvPicPr>
            <a:picLocks noChangeAspect="1"/>
          </p:cNvPicPr>
          <p:nvPr/>
        </p:nvPicPr>
        <p:blipFill>
          <a:blip r:embed="rId322"/>
          <a:stretch>
            <a:fillRect/>
          </a:stretch>
        </p:blipFill>
        <p:spPr>
          <a:xfrm>
            <a:off x="862279" y="2522830"/>
            <a:ext cx="672998" cy="319126"/>
          </a:xfrm>
          <a:prstGeom prst="rect">
            <a:avLst/>
          </a:prstGeom>
        </p:spPr>
      </p:pic>
      <p:pic>
        <p:nvPicPr>
          <p:cNvPr id="364" name="Image 336" descr="preencoded.png"/>
          <p:cNvPicPr>
            <a:picLocks noChangeAspect="1"/>
          </p:cNvPicPr>
          <p:nvPr/>
        </p:nvPicPr>
        <p:blipFill>
          <a:blip r:embed="rId323"/>
          <a:stretch>
            <a:fillRect/>
          </a:stretch>
        </p:blipFill>
        <p:spPr>
          <a:xfrm>
            <a:off x="10539374" y="2539289"/>
            <a:ext cx="88697" cy="185623"/>
          </a:xfrm>
          <a:prstGeom prst="rect">
            <a:avLst/>
          </a:prstGeom>
        </p:spPr>
      </p:pic>
      <p:sp>
        <p:nvSpPr>
          <p:cNvPr id="365" name="Shape 26"/>
          <p:cNvSpPr/>
          <p:nvPr/>
        </p:nvSpPr>
        <p:spPr>
          <a:xfrm rot="-6000">
            <a:off x="11044123" y="2556662"/>
            <a:ext cx="309982" cy="28346"/>
          </a:xfrm>
          <a:prstGeom prst="roundRect">
            <a:avLst/>
          </a:prstGeom>
          <a:solidFill>
            <a:srgbClr val="116B95"/>
          </a:solidFill>
          <a:ln/>
        </p:spPr>
      </p:sp>
      <p:sp>
        <p:nvSpPr>
          <p:cNvPr id="366" name="Shape 27"/>
          <p:cNvSpPr/>
          <p:nvPr/>
        </p:nvSpPr>
        <p:spPr>
          <a:xfrm rot="-24000">
            <a:off x="10891418" y="2558491"/>
            <a:ext cx="114300" cy="24689"/>
          </a:xfrm>
          <a:prstGeom prst="roundRect">
            <a:avLst/>
          </a:prstGeom>
          <a:solidFill>
            <a:srgbClr val="116B95"/>
          </a:solidFill>
          <a:ln/>
        </p:spPr>
      </p:sp>
      <p:pic>
        <p:nvPicPr>
          <p:cNvPr id="367" name="Image 337" descr="preencoded.png"/>
          <p:cNvPicPr>
            <a:picLocks noChangeAspect="1"/>
          </p:cNvPicPr>
          <p:nvPr/>
        </p:nvPicPr>
        <p:blipFill>
          <a:blip r:embed="rId324"/>
          <a:stretch>
            <a:fillRect/>
          </a:stretch>
        </p:blipFill>
        <p:spPr>
          <a:xfrm>
            <a:off x="854964" y="2562149"/>
            <a:ext cx="983894" cy="416052"/>
          </a:xfrm>
          <a:prstGeom prst="rect">
            <a:avLst/>
          </a:prstGeom>
        </p:spPr>
      </p:pic>
      <p:pic>
        <p:nvPicPr>
          <p:cNvPr id="368" name="Image 338" descr="preencoded.png"/>
          <p:cNvPicPr>
            <a:picLocks noChangeAspect="1"/>
          </p:cNvPicPr>
          <p:nvPr/>
        </p:nvPicPr>
        <p:blipFill>
          <a:blip r:embed="rId325"/>
          <a:stretch>
            <a:fillRect/>
          </a:stretch>
        </p:blipFill>
        <p:spPr>
          <a:xfrm>
            <a:off x="4070909" y="2575865"/>
            <a:ext cx="389534" cy="79553"/>
          </a:xfrm>
          <a:prstGeom prst="rect">
            <a:avLst/>
          </a:prstGeom>
        </p:spPr>
      </p:pic>
      <p:pic>
        <p:nvPicPr>
          <p:cNvPr id="369" name="Image 339" descr="preencoded.png"/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10335463" y="2602382"/>
            <a:ext cx="389534" cy="177394"/>
          </a:xfrm>
          <a:prstGeom prst="rect">
            <a:avLst/>
          </a:prstGeom>
        </p:spPr>
      </p:pic>
      <p:sp>
        <p:nvSpPr>
          <p:cNvPr id="370" name="Shape 28"/>
          <p:cNvSpPr/>
          <p:nvPr/>
        </p:nvSpPr>
        <p:spPr>
          <a:xfrm rot="6000">
            <a:off x="11046866" y="2617927"/>
            <a:ext cx="205740" cy="25603"/>
          </a:xfrm>
          <a:prstGeom prst="roundRect">
            <a:avLst/>
          </a:prstGeom>
          <a:solidFill>
            <a:srgbClr val="116B95"/>
          </a:solidFill>
          <a:ln/>
        </p:spPr>
      </p:sp>
      <p:pic>
        <p:nvPicPr>
          <p:cNvPr id="371" name="Image 340" descr="preencoded.png"/>
          <p:cNvPicPr>
            <a:picLocks noChangeAspect="1"/>
          </p:cNvPicPr>
          <p:nvPr/>
        </p:nvPicPr>
        <p:blipFill>
          <a:blip r:embed="rId327"/>
          <a:stretch>
            <a:fillRect/>
          </a:stretch>
        </p:blipFill>
        <p:spPr>
          <a:xfrm>
            <a:off x="10652760" y="2624328"/>
            <a:ext cx="88697" cy="141732"/>
          </a:xfrm>
          <a:prstGeom prst="rect">
            <a:avLst/>
          </a:prstGeom>
        </p:spPr>
      </p:pic>
      <p:pic>
        <p:nvPicPr>
          <p:cNvPr id="372" name="Image 341" descr="preencoded.png"/>
          <p:cNvPicPr>
            <a:picLocks noChangeAspect="1"/>
          </p:cNvPicPr>
          <p:nvPr/>
        </p:nvPicPr>
        <p:blipFill>
          <a:blip r:embed="rId328"/>
          <a:stretch>
            <a:fillRect/>
          </a:stretch>
        </p:blipFill>
        <p:spPr>
          <a:xfrm>
            <a:off x="10542118" y="2677363"/>
            <a:ext cx="88697" cy="97841"/>
          </a:xfrm>
          <a:prstGeom prst="rect">
            <a:avLst/>
          </a:prstGeom>
        </p:spPr>
      </p:pic>
      <p:pic>
        <p:nvPicPr>
          <p:cNvPr id="373" name="Image 342" descr="preencoded.png"/>
          <p:cNvPicPr>
            <a:picLocks noChangeAspect="1"/>
          </p:cNvPicPr>
          <p:nvPr/>
        </p:nvPicPr>
        <p:blipFill>
          <a:blip r:embed="rId329"/>
          <a:stretch>
            <a:fillRect/>
          </a:stretch>
        </p:blipFill>
        <p:spPr>
          <a:xfrm>
            <a:off x="10425989" y="2696566"/>
            <a:ext cx="88697" cy="150876"/>
          </a:xfrm>
          <a:prstGeom prst="rect">
            <a:avLst/>
          </a:prstGeom>
        </p:spPr>
      </p:pic>
      <p:sp>
        <p:nvSpPr>
          <p:cNvPr id="375" name="Shape 30"/>
          <p:cNvSpPr/>
          <p:nvPr/>
        </p:nvSpPr>
        <p:spPr>
          <a:xfrm rot="-12000">
            <a:off x="11037722" y="2737714"/>
            <a:ext cx="313639" cy="23774"/>
          </a:xfrm>
          <a:prstGeom prst="roundRect">
            <a:avLst/>
          </a:prstGeom>
          <a:solidFill>
            <a:srgbClr val="CC8E1C"/>
          </a:solidFill>
          <a:ln/>
        </p:spPr>
      </p:sp>
      <p:sp>
        <p:nvSpPr>
          <p:cNvPr id="376" name="Shape 31"/>
          <p:cNvSpPr/>
          <p:nvPr/>
        </p:nvSpPr>
        <p:spPr>
          <a:xfrm rot="-36000">
            <a:off x="10892333" y="2739542"/>
            <a:ext cx="113386" cy="21031"/>
          </a:xfrm>
          <a:prstGeom prst="roundRect">
            <a:avLst/>
          </a:prstGeom>
          <a:solidFill>
            <a:srgbClr val="CC8E1C"/>
          </a:solidFill>
          <a:ln/>
        </p:spPr>
      </p:sp>
      <p:pic>
        <p:nvPicPr>
          <p:cNvPr id="377" name="Image 343" descr="preencoded.png"/>
          <p:cNvPicPr>
            <a:picLocks noChangeAspect="1"/>
          </p:cNvPicPr>
          <p:nvPr/>
        </p:nvPicPr>
        <p:blipFill>
          <a:blip r:embed="rId330"/>
          <a:stretch>
            <a:fillRect/>
          </a:stretch>
        </p:blipFill>
        <p:spPr>
          <a:xfrm>
            <a:off x="10541203" y="2756002"/>
            <a:ext cx="203911" cy="203911"/>
          </a:xfrm>
          <a:prstGeom prst="rect">
            <a:avLst/>
          </a:prstGeom>
        </p:spPr>
      </p:pic>
      <p:pic>
        <p:nvPicPr>
          <p:cNvPr id="378" name="Image 344" descr="preencoded.png"/>
          <p:cNvPicPr>
            <a:picLocks noChangeAspect="1"/>
          </p:cNvPicPr>
          <p:nvPr/>
        </p:nvPicPr>
        <p:blipFill>
          <a:blip r:embed="rId331"/>
          <a:stretch>
            <a:fillRect/>
          </a:stretch>
        </p:blipFill>
        <p:spPr>
          <a:xfrm>
            <a:off x="1165860" y="2765146"/>
            <a:ext cx="372161" cy="43891"/>
          </a:xfrm>
          <a:prstGeom prst="rect">
            <a:avLst/>
          </a:prstGeom>
        </p:spPr>
      </p:pic>
      <p:pic>
        <p:nvPicPr>
          <p:cNvPr id="379" name="Image 345" descr="preencoded.png"/>
          <p:cNvPicPr>
            <a:picLocks noChangeAspect="1"/>
          </p:cNvPicPr>
          <p:nvPr/>
        </p:nvPicPr>
        <p:blipFill>
          <a:blip r:embed="rId332"/>
          <a:stretch>
            <a:fillRect/>
          </a:stretch>
        </p:blipFill>
        <p:spPr>
          <a:xfrm>
            <a:off x="1353312" y="2763317"/>
            <a:ext cx="300838" cy="300838"/>
          </a:xfrm>
          <a:prstGeom prst="rect">
            <a:avLst/>
          </a:prstGeom>
        </p:spPr>
      </p:pic>
      <p:sp>
        <p:nvSpPr>
          <p:cNvPr id="380" name="Shape 32"/>
          <p:cNvSpPr/>
          <p:nvPr/>
        </p:nvSpPr>
        <p:spPr>
          <a:xfrm rot="-12000">
            <a:off x="10314432" y="2775204"/>
            <a:ext cx="85039" cy="181966"/>
          </a:xfrm>
          <a:prstGeom prst="roundRect">
            <a:avLst/>
          </a:prstGeom>
          <a:solidFill>
            <a:srgbClr val="116B95"/>
          </a:solidFill>
          <a:ln/>
        </p:spPr>
      </p:sp>
      <p:sp>
        <p:nvSpPr>
          <p:cNvPr id="381" name="Shape 33"/>
          <p:cNvSpPr/>
          <p:nvPr/>
        </p:nvSpPr>
        <p:spPr>
          <a:xfrm rot="-12000">
            <a:off x="11050524" y="2803550"/>
            <a:ext cx="195682" cy="17374"/>
          </a:xfrm>
          <a:prstGeom prst="roundRect">
            <a:avLst/>
          </a:prstGeom>
          <a:solidFill>
            <a:srgbClr val="565756"/>
          </a:solidFill>
          <a:ln/>
        </p:spPr>
      </p:sp>
      <p:pic>
        <p:nvPicPr>
          <p:cNvPr id="382" name="Image 346" descr="preencoded.png"/>
          <p:cNvPicPr>
            <a:picLocks noChangeAspect="1"/>
          </p:cNvPicPr>
          <p:nvPr/>
        </p:nvPicPr>
        <p:blipFill>
          <a:blip r:embed="rId333"/>
          <a:stretch>
            <a:fillRect/>
          </a:stretch>
        </p:blipFill>
        <p:spPr>
          <a:xfrm>
            <a:off x="10425989" y="2822753"/>
            <a:ext cx="88697" cy="132588"/>
          </a:xfrm>
          <a:prstGeom prst="rect">
            <a:avLst/>
          </a:prstGeom>
        </p:spPr>
      </p:pic>
      <p:pic>
        <p:nvPicPr>
          <p:cNvPr id="383" name="Image 347" descr="preencoded.png"/>
          <p:cNvPicPr>
            <a:picLocks noChangeAspect="1"/>
          </p:cNvPicPr>
          <p:nvPr/>
        </p:nvPicPr>
        <p:blipFill>
          <a:blip r:embed="rId334"/>
          <a:stretch>
            <a:fillRect/>
          </a:stretch>
        </p:blipFill>
        <p:spPr>
          <a:xfrm>
            <a:off x="1326794" y="2831897"/>
            <a:ext cx="247802" cy="115214"/>
          </a:xfrm>
          <a:prstGeom prst="rect">
            <a:avLst/>
          </a:prstGeom>
        </p:spPr>
      </p:pic>
      <p:pic>
        <p:nvPicPr>
          <p:cNvPr id="384" name="Image 348" descr="preencoded.png"/>
          <p:cNvPicPr>
            <a:picLocks noChangeAspect="1"/>
          </p:cNvPicPr>
          <p:nvPr/>
        </p:nvPicPr>
        <p:blipFill>
          <a:blip r:embed="rId335"/>
          <a:stretch>
            <a:fillRect/>
          </a:stretch>
        </p:blipFill>
        <p:spPr>
          <a:xfrm>
            <a:off x="948233" y="2843784"/>
            <a:ext cx="611734" cy="35662"/>
          </a:xfrm>
          <a:prstGeom prst="rect">
            <a:avLst/>
          </a:prstGeom>
        </p:spPr>
      </p:pic>
      <p:pic>
        <p:nvPicPr>
          <p:cNvPr id="385" name="Image 349" descr="preencoded.png"/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6300216" y="2844698"/>
            <a:ext cx="531266" cy="194767"/>
          </a:xfrm>
          <a:prstGeom prst="rect">
            <a:avLst/>
          </a:prstGeom>
        </p:spPr>
      </p:pic>
      <p:sp>
        <p:nvSpPr>
          <p:cNvPr id="386" name="Shape 34"/>
          <p:cNvSpPr/>
          <p:nvPr/>
        </p:nvSpPr>
        <p:spPr>
          <a:xfrm>
            <a:off x="11042294" y="2916936"/>
            <a:ext cx="311810" cy="24689"/>
          </a:xfrm>
          <a:prstGeom prst="roundRect">
            <a:avLst/>
          </a:prstGeom>
          <a:solidFill>
            <a:srgbClr val="0F8164"/>
          </a:solidFill>
          <a:ln/>
        </p:spPr>
      </p:sp>
      <p:sp>
        <p:nvSpPr>
          <p:cNvPr id="387" name="Shape 35"/>
          <p:cNvSpPr/>
          <p:nvPr/>
        </p:nvSpPr>
        <p:spPr>
          <a:xfrm rot="-54000">
            <a:off x="10891418" y="2917850"/>
            <a:ext cx="115214" cy="21946"/>
          </a:xfrm>
          <a:prstGeom prst="roundRect">
            <a:avLst/>
          </a:prstGeom>
          <a:solidFill>
            <a:srgbClr val="116B95"/>
          </a:solidFill>
          <a:ln/>
        </p:spPr>
      </p:sp>
      <p:pic>
        <p:nvPicPr>
          <p:cNvPr id="388" name="Image 350" descr="preencoded.png"/>
          <p:cNvPicPr>
            <a:picLocks noChangeAspect="1"/>
          </p:cNvPicPr>
          <p:nvPr/>
        </p:nvPicPr>
        <p:blipFill>
          <a:blip r:embed="rId337"/>
          <a:stretch>
            <a:fillRect/>
          </a:stretch>
        </p:blipFill>
        <p:spPr>
          <a:xfrm>
            <a:off x="5171846" y="2946197"/>
            <a:ext cx="53035" cy="43891"/>
          </a:xfrm>
          <a:prstGeom prst="rect">
            <a:avLst/>
          </a:prstGeom>
        </p:spPr>
      </p:pic>
      <p:sp>
        <p:nvSpPr>
          <p:cNvPr id="389" name="Shape 36"/>
          <p:cNvSpPr/>
          <p:nvPr/>
        </p:nvSpPr>
        <p:spPr>
          <a:xfrm rot="30000">
            <a:off x="11047781" y="2981858"/>
            <a:ext cx="142646" cy="18288"/>
          </a:xfrm>
          <a:prstGeom prst="roundRect">
            <a:avLst/>
          </a:prstGeom>
          <a:solidFill>
            <a:srgbClr val="7F807F"/>
          </a:solidFill>
          <a:ln/>
        </p:spPr>
      </p:sp>
      <p:pic>
        <p:nvPicPr>
          <p:cNvPr id="390" name="Image 351" descr="preencoded.png"/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5362042" y="2980030"/>
            <a:ext cx="53035" cy="43891"/>
          </a:xfrm>
          <a:prstGeom prst="rect">
            <a:avLst/>
          </a:prstGeom>
        </p:spPr>
      </p:pic>
      <p:pic>
        <p:nvPicPr>
          <p:cNvPr id="391" name="Image 352" descr="preencoded.png"/>
          <p:cNvPicPr>
            <a:picLocks noChangeAspect="1"/>
          </p:cNvPicPr>
          <p:nvPr/>
        </p:nvPicPr>
        <p:blipFill>
          <a:blip r:embed="rId339"/>
          <a:stretch>
            <a:fillRect/>
          </a:stretch>
        </p:blipFill>
        <p:spPr>
          <a:xfrm>
            <a:off x="8993124" y="2997403"/>
            <a:ext cx="53035" cy="71323"/>
          </a:xfrm>
          <a:prstGeom prst="rect">
            <a:avLst/>
          </a:prstGeom>
        </p:spPr>
      </p:pic>
      <p:pic>
        <p:nvPicPr>
          <p:cNvPr id="392" name="Image 353" descr="preencoded.png"/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5168189" y="3046781"/>
            <a:ext cx="62179" cy="106070"/>
          </a:xfrm>
          <a:prstGeom prst="rect">
            <a:avLst/>
          </a:prstGeom>
        </p:spPr>
      </p:pic>
      <p:pic>
        <p:nvPicPr>
          <p:cNvPr id="393" name="Image 354" descr="preencoded.png"/>
          <p:cNvPicPr>
            <a:picLocks noChangeAspect="1"/>
          </p:cNvPicPr>
          <p:nvPr/>
        </p:nvPicPr>
        <p:blipFill>
          <a:blip r:embed="rId341"/>
          <a:stretch>
            <a:fillRect/>
          </a:stretch>
        </p:blipFill>
        <p:spPr>
          <a:xfrm>
            <a:off x="7534656" y="3071470"/>
            <a:ext cx="177394" cy="177394"/>
          </a:xfrm>
          <a:prstGeom prst="rect">
            <a:avLst/>
          </a:prstGeom>
        </p:spPr>
      </p:pic>
      <p:pic>
        <p:nvPicPr>
          <p:cNvPr id="394" name="Image 355" descr="preencoded.png"/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8679485" y="3073298"/>
            <a:ext cx="177394" cy="177394"/>
          </a:xfrm>
          <a:prstGeom prst="rect">
            <a:avLst/>
          </a:prstGeom>
        </p:spPr>
      </p:pic>
      <p:pic>
        <p:nvPicPr>
          <p:cNvPr id="395" name="Image 356" descr="preencoded.png"/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5355641" y="3087929"/>
            <a:ext cx="62179" cy="115214"/>
          </a:xfrm>
          <a:prstGeom prst="rect">
            <a:avLst/>
          </a:prstGeom>
        </p:spPr>
      </p:pic>
      <p:pic>
        <p:nvPicPr>
          <p:cNvPr id="396" name="Image 357" descr="preencoded.png"/>
          <p:cNvPicPr>
            <a:picLocks noChangeAspect="1"/>
          </p:cNvPicPr>
          <p:nvPr/>
        </p:nvPicPr>
        <p:blipFill>
          <a:blip r:embed="rId344"/>
          <a:stretch>
            <a:fillRect/>
          </a:stretch>
        </p:blipFill>
        <p:spPr>
          <a:xfrm>
            <a:off x="5141671" y="3203143"/>
            <a:ext cx="115214" cy="79553"/>
          </a:xfrm>
          <a:prstGeom prst="rect">
            <a:avLst/>
          </a:prstGeom>
        </p:spPr>
      </p:pic>
      <p:pic>
        <p:nvPicPr>
          <p:cNvPr id="397" name="Image 358" descr="preencoded.png"/>
          <p:cNvPicPr>
            <a:picLocks noChangeAspect="1"/>
          </p:cNvPicPr>
          <p:nvPr/>
        </p:nvPicPr>
        <p:blipFill>
          <a:blip r:embed="rId345"/>
          <a:stretch>
            <a:fillRect/>
          </a:stretch>
        </p:blipFill>
        <p:spPr>
          <a:xfrm>
            <a:off x="10961827" y="3798418"/>
            <a:ext cx="266090" cy="283464"/>
          </a:xfrm>
          <a:prstGeom prst="rect">
            <a:avLst/>
          </a:prstGeom>
        </p:spPr>
      </p:pic>
      <p:sp>
        <p:nvSpPr>
          <p:cNvPr id="398" name="Shape 37"/>
          <p:cNvSpPr/>
          <p:nvPr/>
        </p:nvSpPr>
        <p:spPr>
          <a:xfrm rot="30000">
            <a:off x="1532534" y="3811219"/>
            <a:ext cx="49378" cy="114300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399" name="Shape 38"/>
          <p:cNvSpPr/>
          <p:nvPr/>
        </p:nvSpPr>
        <p:spPr>
          <a:xfrm rot="54000">
            <a:off x="1240841" y="3811219"/>
            <a:ext cx="48463" cy="114300"/>
          </a:xfrm>
          <a:prstGeom prst="roundRect">
            <a:avLst/>
          </a:prstGeom>
          <a:solidFill>
            <a:srgbClr val="565756"/>
          </a:solidFill>
          <a:ln/>
        </p:spPr>
      </p:sp>
      <p:pic>
        <p:nvPicPr>
          <p:cNvPr id="400" name="Image 359" descr="preencoded.png"/>
          <p:cNvPicPr>
            <a:picLocks noChangeAspect="1"/>
          </p:cNvPicPr>
          <p:nvPr/>
        </p:nvPicPr>
        <p:blipFill>
          <a:blip r:embed="rId346"/>
          <a:stretch>
            <a:fillRect/>
          </a:stretch>
        </p:blipFill>
        <p:spPr>
          <a:xfrm>
            <a:off x="1143914" y="3860597"/>
            <a:ext cx="531266" cy="487375"/>
          </a:xfrm>
          <a:prstGeom prst="rect">
            <a:avLst/>
          </a:prstGeom>
        </p:spPr>
      </p:pic>
      <p:pic>
        <p:nvPicPr>
          <p:cNvPr id="401" name="Image 360" descr="preencoded.png"/>
          <p:cNvPicPr>
            <a:picLocks noChangeAspect="1"/>
          </p:cNvPicPr>
          <p:nvPr/>
        </p:nvPicPr>
        <p:blipFill>
          <a:blip r:embed="rId347"/>
          <a:stretch>
            <a:fillRect/>
          </a:stretch>
        </p:blipFill>
        <p:spPr>
          <a:xfrm>
            <a:off x="10231222" y="3882542"/>
            <a:ext cx="646481" cy="460858"/>
          </a:xfrm>
          <a:prstGeom prst="rect">
            <a:avLst/>
          </a:prstGeom>
        </p:spPr>
      </p:pic>
      <p:sp>
        <p:nvSpPr>
          <p:cNvPr id="402" name="Shape 39"/>
          <p:cNvSpPr/>
          <p:nvPr/>
        </p:nvSpPr>
        <p:spPr>
          <a:xfrm rot="-6000">
            <a:off x="1325880" y="4025189"/>
            <a:ext cx="71323" cy="71323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403" name="Shape 40"/>
          <p:cNvSpPr/>
          <p:nvPr/>
        </p:nvSpPr>
        <p:spPr>
          <a:xfrm rot="6000">
            <a:off x="1422806" y="4023360"/>
            <a:ext cx="73152" cy="73152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404" name="Shape 41"/>
          <p:cNvSpPr/>
          <p:nvPr/>
        </p:nvSpPr>
        <p:spPr>
          <a:xfrm>
            <a:off x="1518818" y="4023360"/>
            <a:ext cx="73152" cy="73152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405" name="Shape 42"/>
          <p:cNvSpPr/>
          <p:nvPr/>
        </p:nvSpPr>
        <p:spPr>
          <a:xfrm rot="-30000">
            <a:off x="1227125" y="4113886"/>
            <a:ext cx="72238" cy="72238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406" name="Shape 43"/>
          <p:cNvSpPr/>
          <p:nvPr/>
        </p:nvSpPr>
        <p:spPr>
          <a:xfrm rot="18000">
            <a:off x="1323137" y="4114800"/>
            <a:ext cx="74981" cy="71323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407" name="Shape 44"/>
          <p:cNvSpPr/>
          <p:nvPr/>
        </p:nvSpPr>
        <p:spPr>
          <a:xfrm>
            <a:off x="1423721" y="4115714"/>
            <a:ext cx="72238" cy="68580"/>
          </a:xfrm>
          <a:prstGeom prst="roundRect">
            <a:avLst/>
          </a:prstGeom>
          <a:solidFill>
            <a:srgbClr val="565756"/>
          </a:solidFill>
          <a:ln/>
        </p:spPr>
      </p:sp>
      <p:pic>
        <p:nvPicPr>
          <p:cNvPr id="408" name="Image 361" descr="preencoded.png"/>
          <p:cNvPicPr>
            <a:picLocks noChangeAspect="1"/>
          </p:cNvPicPr>
          <p:nvPr/>
        </p:nvPicPr>
        <p:blipFill>
          <a:blip r:embed="rId348"/>
          <a:stretch>
            <a:fillRect/>
          </a:stretch>
        </p:blipFill>
        <p:spPr>
          <a:xfrm>
            <a:off x="10959084" y="4129430"/>
            <a:ext cx="266090" cy="292608"/>
          </a:xfrm>
          <a:prstGeom prst="rect">
            <a:avLst/>
          </a:prstGeom>
        </p:spPr>
      </p:pic>
      <p:pic>
        <p:nvPicPr>
          <p:cNvPr id="409" name="Image 362" descr="preencoded.png"/>
          <p:cNvPicPr>
            <a:picLocks noChangeAspect="1"/>
          </p:cNvPicPr>
          <p:nvPr/>
        </p:nvPicPr>
        <p:blipFill>
          <a:blip r:embed="rId349"/>
          <a:stretch>
            <a:fillRect/>
          </a:stretch>
        </p:blipFill>
        <p:spPr>
          <a:xfrm>
            <a:off x="1497787" y="4146804"/>
            <a:ext cx="283464" cy="283464"/>
          </a:xfrm>
          <a:prstGeom prst="rect">
            <a:avLst/>
          </a:prstGeom>
        </p:spPr>
      </p:pic>
      <p:sp>
        <p:nvSpPr>
          <p:cNvPr id="410" name="Shape 45"/>
          <p:cNvSpPr/>
          <p:nvPr/>
        </p:nvSpPr>
        <p:spPr>
          <a:xfrm rot="6000">
            <a:off x="1226210" y="4204411"/>
            <a:ext cx="73152" cy="73152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411" name="Shape 46"/>
          <p:cNvSpPr/>
          <p:nvPr/>
        </p:nvSpPr>
        <p:spPr>
          <a:xfrm rot="-12000">
            <a:off x="1323137" y="4205326"/>
            <a:ext cx="74981" cy="71323"/>
          </a:xfrm>
          <a:prstGeom prst="roundRect">
            <a:avLst/>
          </a:prstGeom>
          <a:solidFill>
            <a:srgbClr val="565756"/>
          </a:solidFill>
          <a:ln/>
        </p:spPr>
      </p:sp>
      <p:pic>
        <p:nvPicPr>
          <p:cNvPr id="412" name="Image 363" descr="preencoded.png"/>
          <p:cNvPicPr>
            <a:picLocks noChangeAspect="1"/>
          </p:cNvPicPr>
          <p:nvPr/>
        </p:nvPicPr>
        <p:blipFill>
          <a:blip r:embed="rId350"/>
          <a:stretch>
            <a:fillRect/>
          </a:stretch>
        </p:blipFill>
        <p:spPr>
          <a:xfrm>
            <a:off x="1422806" y="4206240"/>
            <a:ext cx="62179" cy="71323"/>
          </a:xfrm>
          <a:prstGeom prst="rect">
            <a:avLst/>
          </a:prstGeom>
        </p:spPr>
      </p:pic>
      <p:sp>
        <p:nvSpPr>
          <p:cNvPr id="413" name="Shape 47"/>
          <p:cNvSpPr/>
          <p:nvPr/>
        </p:nvSpPr>
        <p:spPr>
          <a:xfrm>
            <a:off x="8615477" y="4427525"/>
            <a:ext cx="102413" cy="35662"/>
          </a:xfrm>
          <a:prstGeom prst="roundRect">
            <a:avLst/>
          </a:prstGeom>
          <a:solidFill>
            <a:srgbClr val="7F807F"/>
          </a:solidFill>
          <a:ln/>
        </p:spPr>
      </p:sp>
      <p:sp>
        <p:nvSpPr>
          <p:cNvPr id="414" name="Shape 48"/>
          <p:cNvSpPr/>
          <p:nvPr/>
        </p:nvSpPr>
        <p:spPr>
          <a:xfrm rot="-18000">
            <a:off x="8615477" y="4480560"/>
            <a:ext cx="102413" cy="37490"/>
          </a:xfrm>
          <a:prstGeom prst="roundRect">
            <a:avLst/>
          </a:prstGeom>
          <a:solidFill>
            <a:srgbClr val="7F807F"/>
          </a:solidFill>
          <a:ln/>
        </p:spPr>
      </p:sp>
      <p:sp>
        <p:nvSpPr>
          <p:cNvPr id="415" name="Shape 49"/>
          <p:cNvSpPr/>
          <p:nvPr/>
        </p:nvSpPr>
        <p:spPr>
          <a:xfrm rot="42000">
            <a:off x="9041587" y="4518050"/>
            <a:ext cx="47549" cy="48463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16" name="Shape 50"/>
          <p:cNvSpPr/>
          <p:nvPr/>
        </p:nvSpPr>
        <p:spPr>
          <a:xfrm rot="42000">
            <a:off x="9101023" y="4519879"/>
            <a:ext cx="47549" cy="44806"/>
          </a:xfrm>
          <a:prstGeom prst="roundRect">
            <a:avLst/>
          </a:prstGeom>
          <a:solidFill>
            <a:srgbClr val="7F807F"/>
          </a:solidFill>
          <a:ln/>
        </p:spPr>
      </p:sp>
      <p:sp>
        <p:nvSpPr>
          <p:cNvPr id="417" name="Shape 51"/>
          <p:cNvSpPr/>
          <p:nvPr/>
        </p:nvSpPr>
        <p:spPr>
          <a:xfrm rot="60000">
            <a:off x="8777326" y="4532681"/>
            <a:ext cx="54864" cy="55778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18" name="Shape 52"/>
          <p:cNvSpPr/>
          <p:nvPr/>
        </p:nvSpPr>
        <p:spPr>
          <a:xfrm rot="-12000">
            <a:off x="8924544" y="4532681"/>
            <a:ext cx="56693" cy="55778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19" name="Shape 53"/>
          <p:cNvSpPr/>
          <p:nvPr/>
        </p:nvSpPr>
        <p:spPr>
          <a:xfrm rot="24000">
            <a:off x="8849563" y="4533595"/>
            <a:ext cx="56693" cy="55778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20" name="Shape 54"/>
          <p:cNvSpPr/>
          <p:nvPr/>
        </p:nvSpPr>
        <p:spPr>
          <a:xfrm>
            <a:off x="8615477" y="4535424"/>
            <a:ext cx="102413" cy="36576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21" name="Shape 55"/>
          <p:cNvSpPr/>
          <p:nvPr/>
        </p:nvSpPr>
        <p:spPr>
          <a:xfrm rot="-30000">
            <a:off x="9041587" y="4575658"/>
            <a:ext cx="47549" cy="50292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22" name="Shape 56"/>
          <p:cNvSpPr/>
          <p:nvPr/>
        </p:nvSpPr>
        <p:spPr>
          <a:xfrm rot="48000">
            <a:off x="9101023" y="4575658"/>
            <a:ext cx="48463" cy="48463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23" name="Shape 57"/>
          <p:cNvSpPr/>
          <p:nvPr/>
        </p:nvSpPr>
        <p:spPr>
          <a:xfrm rot="-6000">
            <a:off x="8615477" y="4588459"/>
            <a:ext cx="101498" cy="36576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24" name="Shape 58"/>
          <p:cNvSpPr/>
          <p:nvPr/>
        </p:nvSpPr>
        <p:spPr>
          <a:xfrm rot="-6000">
            <a:off x="9041587" y="4636008"/>
            <a:ext cx="46634" cy="49378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25" name="Shape 59"/>
          <p:cNvSpPr/>
          <p:nvPr/>
        </p:nvSpPr>
        <p:spPr>
          <a:xfrm rot="-36000">
            <a:off x="9101938" y="4636922"/>
            <a:ext cx="48463" cy="46634"/>
          </a:xfrm>
          <a:prstGeom prst="roundRect">
            <a:avLst/>
          </a:prstGeom>
          <a:solidFill>
            <a:srgbClr val="586D78"/>
          </a:solidFill>
          <a:ln/>
        </p:spPr>
      </p:sp>
      <p:sp>
        <p:nvSpPr>
          <p:cNvPr id="426" name="Shape 60"/>
          <p:cNvSpPr/>
          <p:nvPr/>
        </p:nvSpPr>
        <p:spPr>
          <a:xfrm rot="-18000">
            <a:off x="8618220" y="4643323"/>
            <a:ext cx="99670" cy="36576"/>
          </a:xfrm>
          <a:prstGeom prst="roundRect">
            <a:avLst/>
          </a:prstGeom>
          <a:solidFill>
            <a:srgbClr val="7F807F"/>
          </a:solidFill>
          <a:ln/>
        </p:spPr>
      </p:sp>
      <p:pic>
        <p:nvPicPr>
          <p:cNvPr id="428" name="Image 365" descr="preencoded.png"/>
          <p:cNvPicPr>
            <a:picLocks noChangeAspect="1"/>
          </p:cNvPicPr>
          <p:nvPr/>
        </p:nvPicPr>
        <p:blipFill>
          <a:blip r:embed="rId351"/>
          <a:stretch>
            <a:fillRect/>
          </a:stretch>
        </p:blipFill>
        <p:spPr>
          <a:xfrm>
            <a:off x="10724998" y="5202022"/>
            <a:ext cx="363017" cy="372161"/>
          </a:xfrm>
          <a:prstGeom prst="rect">
            <a:avLst/>
          </a:prstGeom>
        </p:spPr>
      </p:pic>
      <p:pic>
        <p:nvPicPr>
          <p:cNvPr id="429" name="Image 366" descr="preencoded.png"/>
          <p:cNvPicPr>
            <a:picLocks noChangeAspect="1"/>
          </p:cNvPicPr>
          <p:nvPr/>
        </p:nvPicPr>
        <p:blipFill>
          <a:blip r:embed="rId352"/>
          <a:stretch>
            <a:fillRect/>
          </a:stretch>
        </p:blipFill>
        <p:spPr>
          <a:xfrm>
            <a:off x="8797442" y="5221224"/>
            <a:ext cx="115214" cy="124358"/>
          </a:xfrm>
          <a:prstGeom prst="rect">
            <a:avLst/>
          </a:prstGeom>
        </p:spPr>
      </p:pic>
      <p:pic>
        <p:nvPicPr>
          <p:cNvPr id="430" name="Image 367" descr="preencoded.png"/>
          <p:cNvPicPr>
            <a:picLocks noChangeAspect="1"/>
          </p:cNvPicPr>
          <p:nvPr/>
        </p:nvPicPr>
        <p:blipFill>
          <a:blip r:embed="rId353"/>
          <a:stretch>
            <a:fillRect/>
          </a:stretch>
        </p:blipFill>
        <p:spPr>
          <a:xfrm>
            <a:off x="10521086" y="5223967"/>
            <a:ext cx="549554" cy="549554"/>
          </a:xfrm>
          <a:prstGeom prst="rect">
            <a:avLst/>
          </a:prstGeom>
        </p:spPr>
      </p:pic>
      <p:pic>
        <p:nvPicPr>
          <p:cNvPr id="431" name="Image 368" descr="preencoded.png"/>
          <p:cNvPicPr>
            <a:picLocks noChangeAspect="1"/>
          </p:cNvPicPr>
          <p:nvPr/>
        </p:nvPicPr>
        <p:blipFill>
          <a:blip r:embed="rId354"/>
          <a:stretch>
            <a:fillRect/>
          </a:stretch>
        </p:blipFill>
        <p:spPr>
          <a:xfrm>
            <a:off x="5131613" y="5376672"/>
            <a:ext cx="132588" cy="159106"/>
          </a:xfrm>
          <a:prstGeom prst="rect">
            <a:avLst/>
          </a:prstGeom>
        </p:spPr>
      </p:pic>
      <p:pic>
        <p:nvPicPr>
          <p:cNvPr id="433" name="Image 370" descr="preencoded.png"/>
          <p:cNvPicPr>
            <a:picLocks noChangeAspect="1"/>
          </p:cNvPicPr>
          <p:nvPr/>
        </p:nvPicPr>
        <p:blipFill>
          <a:blip r:embed="rId355"/>
          <a:stretch>
            <a:fillRect/>
          </a:stretch>
        </p:blipFill>
        <p:spPr>
          <a:xfrm>
            <a:off x="5162702" y="5479085"/>
            <a:ext cx="88697" cy="62179"/>
          </a:xfrm>
          <a:prstGeom prst="rect">
            <a:avLst/>
          </a:prstGeom>
        </p:spPr>
      </p:pic>
      <p:pic>
        <p:nvPicPr>
          <p:cNvPr id="448" name="Image 385" descr="preencoded.png"/>
          <p:cNvPicPr>
            <a:picLocks noChangeAspect="1"/>
          </p:cNvPicPr>
          <p:nvPr/>
        </p:nvPicPr>
        <p:blipFill>
          <a:blip r:embed="rId356"/>
          <a:stretch>
            <a:fillRect/>
          </a:stretch>
        </p:blipFill>
        <p:spPr>
          <a:xfrm>
            <a:off x="6157570" y="718718"/>
            <a:ext cx="1585570" cy="699516"/>
          </a:xfrm>
          <a:prstGeom prst="rect">
            <a:avLst/>
          </a:prstGeom>
        </p:spPr>
      </p:pic>
      <p:pic>
        <p:nvPicPr>
          <p:cNvPr id="450" name="Image 387" descr="preencoded.png"/>
          <p:cNvPicPr>
            <a:picLocks noChangeAspect="1"/>
          </p:cNvPicPr>
          <p:nvPr/>
        </p:nvPicPr>
        <p:blipFill>
          <a:blip r:embed="rId357"/>
          <a:stretch>
            <a:fillRect/>
          </a:stretch>
        </p:blipFill>
        <p:spPr>
          <a:xfrm>
            <a:off x="10882274" y="1111910"/>
            <a:ext cx="97841" cy="97841"/>
          </a:xfrm>
          <a:prstGeom prst="rect">
            <a:avLst/>
          </a:prstGeom>
        </p:spPr>
      </p:pic>
      <p:pic>
        <p:nvPicPr>
          <p:cNvPr id="455" name="Image 391" descr="preencoded.png"/>
          <p:cNvPicPr>
            <a:picLocks noChangeAspect="1"/>
          </p:cNvPicPr>
          <p:nvPr/>
        </p:nvPicPr>
        <p:blipFill>
          <a:blip r:embed="rId358"/>
          <a:stretch>
            <a:fillRect/>
          </a:stretch>
        </p:blipFill>
        <p:spPr>
          <a:xfrm>
            <a:off x="10934395" y="1406347"/>
            <a:ext cx="141732" cy="106070"/>
          </a:xfrm>
          <a:prstGeom prst="rect">
            <a:avLst/>
          </a:prstGeom>
        </p:spPr>
      </p:pic>
      <p:sp>
        <p:nvSpPr>
          <p:cNvPr id="456" name="Shape 62"/>
          <p:cNvSpPr/>
          <p:nvPr/>
        </p:nvSpPr>
        <p:spPr>
          <a:xfrm rot="6000">
            <a:off x="10650017" y="1490472"/>
            <a:ext cx="56693" cy="5669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58" name="Shape 63"/>
          <p:cNvSpPr/>
          <p:nvPr/>
        </p:nvSpPr>
        <p:spPr>
          <a:xfrm rot="6000">
            <a:off x="947318" y="2696566"/>
            <a:ext cx="123444" cy="39319"/>
          </a:xfrm>
          <a:prstGeom prst="roundRect">
            <a:avLst/>
          </a:prstGeom>
          <a:solidFill>
            <a:srgbClr val="97989A"/>
          </a:solidFill>
          <a:ln/>
        </p:spPr>
      </p:sp>
      <p:sp>
        <p:nvSpPr>
          <p:cNvPr id="459" name="Shape 64"/>
          <p:cNvSpPr/>
          <p:nvPr/>
        </p:nvSpPr>
        <p:spPr>
          <a:xfrm rot="-6000">
            <a:off x="1175918" y="2699309"/>
            <a:ext cx="584302" cy="34747"/>
          </a:xfrm>
          <a:prstGeom prst="roundRect">
            <a:avLst/>
          </a:prstGeom>
          <a:solidFill>
            <a:srgbClr val="BDC0C5"/>
          </a:solidFill>
          <a:ln/>
        </p:spPr>
      </p:sp>
      <p:pic>
        <p:nvPicPr>
          <p:cNvPr id="460" name="Image 393" descr="preencoded.png"/>
          <p:cNvPicPr>
            <a:picLocks noChangeAspect="1"/>
          </p:cNvPicPr>
          <p:nvPr/>
        </p:nvPicPr>
        <p:blipFill>
          <a:blip r:embed="rId359"/>
          <a:stretch>
            <a:fillRect/>
          </a:stretch>
        </p:blipFill>
        <p:spPr>
          <a:xfrm>
            <a:off x="1742846" y="2701138"/>
            <a:ext cx="79553" cy="177394"/>
          </a:xfrm>
          <a:prstGeom prst="rect">
            <a:avLst/>
          </a:prstGeom>
        </p:spPr>
      </p:pic>
      <p:pic>
        <p:nvPicPr>
          <p:cNvPr id="461" name="Image 394" descr="preencoded.png"/>
          <p:cNvPicPr>
            <a:picLocks noChangeAspect="1"/>
          </p:cNvPicPr>
          <p:nvPr/>
        </p:nvPicPr>
        <p:blipFill>
          <a:blip r:embed="rId360"/>
          <a:stretch>
            <a:fillRect/>
          </a:stretch>
        </p:blipFill>
        <p:spPr>
          <a:xfrm>
            <a:off x="1664208" y="2844698"/>
            <a:ext cx="97841" cy="35662"/>
          </a:xfrm>
          <a:prstGeom prst="rect">
            <a:avLst/>
          </a:prstGeom>
        </p:spPr>
      </p:pic>
      <p:pic>
        <p:nvPicPr>
          <p:cNvPr id="462" name="Image 395" descr="preencoded.png"/>
          <p:cNvPicPr>
            <a:picLocks noChangeAspect="1"/>
          </p:cNvPicPr>
          <p:nvPr/>
        </p:nvPicPr>
        <p:blipFill>
          <a:blip r:embed="rId361"/>
          <a:stretch>
            <a:fillRect/>
          </a:stretch>
        </p:blipFill>
        <p:spPr>
          <a:xfrm>
            <a:off x="7573975" y="3096158"/>
            <a:ext cx="97841" cy="124358"/>
          </a:xfrm>
          <a:prstGeom prst="rect">
            <a:avLst/>
          </a:prstGeom>
        </p:spPr>
      </p:pic>
      <p:pic>
        <p:nvPicPr>
          <p:cNvPr id="463" name="Image 396" descr="preencoded.png"/>
          <p:cNvPicPr>
            <a:picLocks noChangeAspect="1"/>
          </p:cNvPicPr>
          <p:nvPr/>
        </p:nvPicPr>
        <p:blipFill>
          <a:blip r:embed="rId362"/>
          <a:stretch>
            <a:fillRect/>
          </a:stretch>
        </p:blipFill>
        <p:spPr>
          <a:xfrm>
            <a:off x="8695030" y="3114446"/>
            <a:ext cx="141732" cy="88697"/>
          </a:xfrm>
          <a:prstGeom prst="rect">
            <a:avLst/>
          </a:prstGeom>
        </p:spPr>
      </p:pic>
      <p:pic>
        <p:nvPicPr>
          <p:cNvPr id="464" name="Image 397" descr="preencoded.png"/>
          <p:cNvPicPr>
            <a:picLocks noChangeAspect="1"/>
          </p:cNvPicPr>
          <p:nvPr/>
        </p:nvPicPr>
        <p:blipFill>
          <a:blip r:embed="rId363"/>
          <a:stretch>
            <a:fillRect/>
          </a:stretch>
        </p:blipFill>
        <p:spPr>
          <a:xfrm>
            <a:off x="11067898" y="3843223"/>
            <a:ext cx="43891" cy="35662"/>
          </a:xfrm>
          <a:prstGeom prst="rect">
            <a:avLst/>
          </a:prstGeom>
        </p:spPr>
      </p:pic>
      <p:pic>
        <p:nvPicPr>
          <p:cNvPr id="465" name="Image 398" descr="preencoded.png"/>
          <p:cNvPicPr>
            <a:picLocks noChangeAspect="1"/>
          </p:cNvPicPr>
          <p:nvPr/>
        </p:nvPicPr>
        <p:blipFill>
          <a:blip r:embed="rId364"/>
          <a:stretch>
            <a:fillRect/>
          </a:stretch>
        </p:blipFill>
        <p:spPr>
          <a:xfrm>
            <a:off x="11165738" y="3899002"/>
            <a:ext cx="35662" cy="43891"/>
          </a:xfrm>
          <a:prstGeom prst="rect">
            <a:avLst/>
          </a:prstGeom>
        </p:spPr>
      </p:pic>
      <p:sp>
        <p:nvSpPr>
          <p:cNvPr id="466" name="Shape 65"/>
          <p:cNvSpPr/>
          <p:nvPr/>
        </p:nvSpPr>
        <p:spPr>
          <a:xfrm rot="-7116000">
            <a:off x="10982858" y="3913632"/>
            <a:ext cx="36576" cy="2468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7" name="Shape 66"/>
          <p:cNvSpPr/>
          <p:nvPr/>
        </p:nvSpPr>
        <p:spPr>
          <a:xfrm rot="-3876000">
            <a:off x="11115446" y="3939235"/>
            <a:ext cx="33833" cy="29261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8" name="Image 399" descr="preencoded.png"/>
          <p:cNvPicPr>
            <a:picLocks noChangeAspect="1"/>
          </p:cNvPicPr>
          <p:nvPr/>
        </p:nvPicPr>
        <p:blipFill>
          <a:blip r:embed="rId365"/>
          <a:stretch>
            <a:fillRect/>
          </a:stretch>
        </p:blipFill>
        <p:spPr>
          <a:xfrm>
            <a:off x="11168482" y="3964838"/>
            <a:ext cx="26518" cy="43891"/>
          </a:xfrm>
          <a:prstGeom prst="rect">
            <a:avLst/>
          </a:prstGeom>
        </p:spPr>
      </p:pic>
      <p:sp>
        <p:nvSpPr>
          <p:cNvPr id="469" name="Shape 67"/>
          <p:cNvSpPr/>
          <p:nvPr/>
        </p:nvSpPr>
        <p:spPr>
          <a:xfrm rot="-7902000">
            <a:off x="11036808" y="4005072"/>
            <a:ext cx="40234" cy="2834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0" name="Image 400" descr="preencoded.png"/>
          <p:cNvPicPr>
            <a:picLocks noChangeAspect="1"/>
          </p:cNvPicPr>
          <p:nvPr/>
        </p:nvPicPr>
        <p:blipFill>
          <a:blip r:embed="rId366"/>
          <a:stretch>
            <a:fillRect/>
          </a:stretch>
        </p:blipFill>
        <p:spPr>
          <a:xfrm>
            <a:off x="11112703" y="4003243"/>
            <a:ext cx="35662" cy="35662"/>
          </a:xfrm>
          <a:prstGeom prst="rect">
            <a:avLst/>
          </a:prstGeom>
        </p:spPr>
      </p:pic>
      <p:pic>
        <p:nvPicPr>
          <p:cNvPr id="471" name="Image 401" descr="preencoded.png"/>
          <p:cNvPicPr>
            <a:picLocks noChangeAspect="1"/>
          </p:cNvPicPr>
          <p:nvPr/>
        </p:nvPicPr>
        <p:blipFill>
          <a:blip r:embed="rId367"/>
          <a:stretch>
            <a:fillRect/>
          </a:stretch>
        </p:blipFill>
        <p:spPr>
          <a:xfrm>
            <a:off x="10988345" y="4146804"/>
            <a:ext cx="203911" cy="106070"/>
          </a:xfrm>
          <a:prstGeom prst="rect">
            <a:avLst/>
          </a:prstGeom>
        </p:spPr>
      </p:pic>
      <p:pic>
        <p:nvPicPr>
          <p:cNvPr id="472" name="Image 402" descr="preencoded.png"/>
          <p:cNvPicPr>
            <a:picLocks noChangeAspect="1"/>
          </p:cNvPicPr>
          <p:nvPr/>
        </p:nvPicPr>
        <p:blipFill>
          <a:blip r:embed="rId368"/>
          <a:stretch>
            <a:fillRect/>
          </a:stretch>
        </p:blipFill>
        <p:spPr>
          <a:xfrm>
            <a:off x="1531620" y="4179722"/>
            <a:ext cx="213055" cy="221285"/>
          </a:xfrm>
          <a:prstGeom prst="rect">
            <a:avLst/>
          </a:prstGeom>
        </p:spPr>
      </p:pic>
      <p:pic>
        <p:nvPicPr>
          <p:cNvPr id="473" name="Image 403" descr="preencoded.png"/>
          <p:cNvPicPr>
            <a:picLocks noChangeAspect="1"/>
          </p:cNvPicPr>
          <p:nvPr/>
        </p:nvPicPr>
        <p:blipFill>
          <a:blip r:embed="rId369"/>
          <a:stretch>
            <a:fillRect/>
          </a:stretch>
        </p:blipFill>
        <p:spPr>
          <a:xfrm>
            <a:off x="10971886" y="4208069"/>
            <a:ext cx="239573" cy="194767"/>
          </a:xfrm>
          <a:prstGeom prst="rect">
            <a:avLst/>
          </a:prstGeom>
        </p:spPr>
      </p:pic>
      <p:pic>
        <p:nvPicPr>
          <p:cNvPr id="476" name="Image 406" descr="preencoded.png"/>
          <p:cNvPicPr>
            <a:picLocks noChangeAspect="1"/>
          </p:cNvPicPr>
          <p:nvPr/>
        </p:nvPicPr>
        <p:blipFill>
          <a:blip r:embed="rId370"/>
          <a:stretch>
            <a:fillRect/>
          </a:stretch>
        </p:blipFill>
        <p:spPr>
          <a:xfrm>
            <a:off x="8882482" y="5251399"/>
            <a:ext cx="17374" cy="17374"/>
          </a:xfrm>
          <a:prstGeom prst="rect">
            <a:avLst/>
          </a:prstGeom>
        </p:spPr>
      </p:pic>
      <p:pic>
        <p:nvPicPr>
          <p:cNvPr id="478" name="Image 408" descr="preencoded.png"/>
          <p:cNvPicPr>
            <a:picLocks noChangeAspect="1"/>
          </p:cNvPicPr>
          <p:nvPr/>
        </p:nvPicPr>
        <p:blipFill>
          <a:blip r:embed="rId371"/>
          <a:stretch>
            <a:fillRect/>
          </a:stretch>
        </p:blipFill>
        <p:spPr>
          <a:xfrm>
            <a:off x="8847734" y="5276088"/>
            <a:ext cx="17374" cy="26518"/>
          </a:xfrm>
          <a:prstGeom prst="rect">
            <a:avLst/>
          </a:prstGeom>
        </p:spPr>
      </p:pic>
      <p:pic>
        <p:nvPicPr>
          <p:cNvPr id="480" name="Image 410" descr="preencoded.png"/>
          <p:cNvPicPr>
            <a:picLocks noChangeAspect="1"/>
          </p:cNvPicPr>
          <p:nvPr/>
        </p:nvPicPr>
        <p:blipFill>
          <a:blip r:embed="rId372"/>
          <a:stretch>
            <a:fillRect/>
          </a:stretch>
        </p:blipFill>
        <p:spPr>
          <a:xfrm>
            <a:off x="8815730" y="5295290"/>
            <a:ext cx="17374" cy="17374"/>
          </a:xfrm>
          <a:prstGeom prst="rect">
            <a:avLst/>
          </a:prstGeom>
        </p:spPr>
      </p:pic>
      <p:pic>
        <p:nvPicPr>
          <p:cNvPr id="481" name="Image 411" descr="preencoded.png"/>
          <p:cNvPicPr>
            <a:picLocks noChangeAspect="1"/>
          </p:cNvPicPr>
          <p:nvPr/>
        </p:nvPicPr>
        <p:blipFill>
          <a:blip r:embed="rId373"/>
          <a:stretch>
            <a:fillRect/>
          </a:stretch>
        </p:blipFill>
        <p:spPr>
          <a:xfrm>
            <a:off x="778154" y="5386730"/>
            <a:ext cx="9144" cy="53035"/>
          </a:xfrm>
          <a:prstGeom prst="rect">
            <a:avLst/>
          </a:prstGeom>
        </p:spPr>
      </p:pic>
      <p:pic>
        <p:nvPicPr>
          <p:cNvPr id="491" name="Image 421" descr="preencoded.png"/>
          <p:cNvPicPr>
            <a:picLocks noChangeAspect="1"/>
          </p:cNvPicPr>
          <p:nvPr/>
        </p:nvPicPr>
        <p:blipFill>
          <a:blip r:embed="rId374"/>
          <a:stretch>
            <a:fillRect/>
          </a:stretch>
        </p:blipFill>
        <p:spPr>
          <a:xfrm>
            <a:off x="6176772" y="737006"/>
            <a:ext cx="1550822" cy="664769"/>
          </a:xfrm>
          <a:prstGeom prst="rect">
            <a:avLst/>
          </a:prstGeom>
        </p:spPr>
      </p:pic>
      <p:sp>
        <p:nvSpPr>
          <p:cNvPr id="498" name="Shape 69"/>
          <p:cNvSpPr/>
          <p:nvPr/>
        </p:nvSpPr>
        <p:spPr>
          <a:xfrm rot="-9402000">
            <a:off x="11075213" y="4181551"/>
            <a:ext cx="36576" cy="30175"/>
          </a:xfrm>
          <a:prstGeom prst="ellipse">
            <a:avLst/>
          </a:prstGeom>
          <a:solidFill>
            <a:srgbClr val="565756"/>
          </a:solidFill>
          <a:ln/>
        </p:spPr>
      </p:sp>
      <p:pic>
        <p:nvPicPr>
          <p:cNvPr id="499" name="Image 427" descr="preencoded.png"/>
          <p:cNvPicPr>
            <a:picLocks noChangeAspect="1"/>
          </p:cNvPicPr>
          <p:nvPr/>
        </p:nvPicPr>
        <p:blipFill>
          <a:blip r:embed="rId375"/>
          <a:stretch>
            <a:fillRect/>
          </a:stretch>
        </p:blipFill>
        <p:spPr>
          <a:xfrm>
            <a:off x="1618488" y="4206240"/>
            <a:ext cx="79553" cy="132588"/>
          </a:xfrm>
          <a:prstGeom prst="rect">
            <a:avLst/>
          </a:prstGeom>
        </p:spPr>
      </p:pic>
      <p:sp>
        <p:nvSpPr>
          <p:cNvPr id="500" name="Shape 70"/>
          <p:cNvSpPr/>
          <p:nvPr/>
        </p:nvSpPr>
        <p:spPr>
          <a:xfrm rot="-114000">
            <a:off x="10990174" y="4242816"/>
            <a:ext cx="27432" cy="33833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501" name="Shape 71"/>
          <p:cNvSpPr/>
          <p:nvPr/>
        </p:nvSpPr>
        <p:spPr>
          <a:xfrm rot="-2778000">
            <a:off x="11161166" y="4245559"/>
            <a:ext cx="34747" cy="31090"/>
          </a:xfrm>
          <a:prstGeom prst="ellipse">
            <a:avLst/>
          </a:prstGeom>
          <a:solidFill>
            <a:srgbClr val="565756"/>
          </a:solidFill>
          <a:ln/>
        </p:spPr>
      </p:sp>
      <p:sp>
        <p:nvSpPr>
          <p:cNvPr id="502" name="Shape 72"/>
          <p:cNvSpPr/>
          <p:nvPr/>
        </p:nvSpPr>
        <p:spPr>
          <a:xfrm rot="-6456000">
            <a:off x="11011205" y="4288536"/>
            <a:ext cx="37490" cy="32004"/>
          </a:xfrm>
          <a:prstGeom prst="ellipse">
            <a:avLst/>
          </a:prstGeom>
          <a:solidFill>
            <a:srgbClr val="565756"/>
          </a:solidFill>
          <a:ln/>
        </p:spPr>
      </p:sp>
      <p:sp>
        <p:nvSpPr>
          <p:cNvPr id="503" name="Shape 73"/>
          <p:cNvSpPr/>
          <p:nvPr/>
        </p:nvSpPr>
        <p:spPr>
          <a:xfrm rot="72000">
            <a:off x="11139221" y="4285793"/>
            <a:ext cx="32004" cy="35662"/>
          </a:xfrm>
          <a:prstGeom prst="roundRect">
            <a:avLst/>
          </a:prstGeom>
          <a:solidFill>
            <a:srgbClr val="565756"/>
          </a:solidFill>
          <a:ln/>
        </p:spPr>
      </p:sp>
      <p:sp>
        <p:nvSpPr>
          <p:cNvPr id="504" name="Shape 74"/>
          <p:cNvSpPr/>
          <p:nvPr/>
        </p:nvSpPr>
        <p:spPr>
          <a:xfrm rot="-6894000">
            <a:off x="11038637" y="4337914"/>
            <a:ext cx="37490" cy="29261"/>
          </a:xfrm>
          <a:prstGeom prst="ellipse">
            <a:avLst/>
          </a:prstGeom>
          <a:solidFill>
            <a:srgbClr val="565756"/>
          </a:solidFill>
          <a:ln/>
        </p:spPr>
      </p:sp>
      <p:sp>
        <p:nvSpPr>
          <p:cNvPr id="505" name="Shape 75"/>
          <p:cNvSpPr/>
          <p:nvPr/>
        </p:nvSpPr>
        <p:spPr>
          <a:xfrm rot="-3684000">
            <a:off x="11109960" y="4337914"/>
            <a:ext cx="34747" cy="28346"/>
          </a:xfrm>
          <a:prstGeom prst="ellipse">
            <a:avLst/>
          </a:prstGeom>
          <a:solidFill>
            <a:srgbClr val="565756"/>
          </a:solidFill>
          <a:ln/>
        </p:spPr>
      </p:sp>
      <p:pic>
        <p:nvPicPr>
          <p:cNvPr id="515" name="Image 437" descr="preencoded.png"/>
          <p:cNvPicPr>
            <a:picLocks noChangeAspect="1"/>
          </p:cNvPicPr>
          <p:nvPr/>
        </p:nvPicPr>
        <p:blipFill>
          <a:blip r:embed="rId376"/>
          <a:stretch>
            <a:fillRect/>
          </a:stretch>
        </p:blipFill>
        <p:spPr>
          <a:xfrm>
            <a:off x="1443838" y="5389474"/>
            <a:ext cx="26518" cy="35662"/>
          </a:xfrm>
          <a:prstGeom prst="rect">
            <a:avLst/>
          </a:prstGeom>
        </p:spPr>
      </p:pic>
      <p:pic>
        <p:nvPicPr>
          <p:cNvPr id="526" name="Image 448" descr="preencoded.png"/>
          <p:cNvPicPr>
            <a:picLocks noChangeAspect="1"/>
          </p:cNvPicPr>
          <p:nvPr/>
        </p:nvPicPr>
        <p:blipFill>
          <a:blip r:embed="rId377"/>
          <a:stretch>
            <a:fillRect/>
          </a:stretch>
        </p:blipFill>
        <p:spPr>
          <a:xfrm>
            <a:off x="6199632" y="759866"/>
            <a:ext cx="1506017" cy="619963"/>
          </a:xfrm>
          <a:prstGeom prst="rect">
            <a:avLst/>
          </a:prstGeom>
        </p:spPr>
      </p:pic>
      <p:pic>
        <p:nvPicPr>
          <p:cNvPr id="527" name="Image 449" descr="preencoded.png"/>
          <p:cNvPicPr>
            <a:picLocks noChangeAspect="1"/>
          </p:cNvPicPr>
          <p:nvPr/>
        </p:nvPicPr>
        <p:blipFill>
          <a:blip r:embed="rId378"/>
          <a:stretch>
            <a:fillRect/>
          </a:stretch>
        </p:blipFill>
        <p:spPr>
          <a:xfrm>
            <a:off x="6219749" y="778154"/>
            <a:ext cx="1485900" cy="602590"/>
          </a:xfrm>
          <a:prstGeom prst="rect">
            <a:avLst/>
          </a:prstGeom>
        </p:spPr>
      </p:pic>
      <p:sp>
        <p:nvSpPr>
          <p:cNvPr id="534" name="Text 78"/>
          <p:cNvSpPr/>
          <p:nvPr/>
        </p:nvSpPr>
        <p:spPr>
          <a:xfrm>
            <a:off x="5287061" y="391363"/>
            <a:ext cx="1845259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FRAMEWORK</a:t>
            </a:r>
            <a:endParaRPr lang="en-US" sz="1200" dirty="0"/>
          </a:p>
        </p:txBody>
      </p:sp>
      <p:sp>
        <p:nvSpPr>
          <p:cNvPr id="535" name="Text 79"/>
          <p:cNvSpPr/>
          <p:nvPr/>
        </p:nvSpPr>
        <p:spPr>
          <a:xfrm>
            <a:off x="578815" y="468918"/>
            <a:ext cx="1674266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CHALLENGE</a:t>
            </a:r>
            <a:endParaRPr lang="en-US" sz="1100" dirty="0"/>
          </a:p>
        </p:txBody>
      </p:sp>
      <p:sp>
        <p:nvSpPr>
          <p:cNvPr id="536" name="Text 80"/>
          <p:cNvSpPr/>
          <p:nvPr/>
        </p:nvSpPr>
        <p:spPr>
          <a:xfrm>
            <a:off x="10172700" y="604418"/>
            <a:ext cx="1313993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OUTPUTS</a:t>
            </a:r>
            <a:endParaRPr lang="en-US" sz="1200" dirty="0"/>
          </a:p>
        </p:txBody>
      </p:sp>
      <p:sp>
        <p:nvSpPr>
          <p:cNvPr id="537" name="Text 81"/>
          <p:cNvSpPr/>
          <p:nvPr/>
        </p:nvSpPr>
        <p:spPr>
          <a:xfrm>
            <a:off x="5052060" y="829361"/>
            <a:ext cx="42611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DRL</a:t>
            </a:r>
            <a:endParaRPr lang="en-US" sz="1200" dirty="0"/>
          </a:p>
        </p:txBody>
      </p:sp>
      <p:sp>
        <p:nvSpPr>
          <p:cNvPr id="538" name="Text 82"/>
          <p:cNvSpPr/>
          <p:nvPr/>
        </p:nvSpPr>
        <p:spPr>
          <a:xfrm>
            <a:off x="6391656" y="867766"/>
            <a:ext cx="105247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Physics-aware</a:t>
            </a:r>
            <a:endParaRPr lang="en-US" sz="1200" dirty="0"/>
          </a:p>
        </p:txBody>
      </p:sp>
      <p:sp>
        <p:nvSpPr>
          <p:cNvPr id="539" name="Text 83"/>
          <p:cNvSpPr/>
          <p:nvPr/>
        </p:nvSpPr>
        <p:spPr>
          <a:xfrm>
            <a:off x="8239658" y="851306"/>
            <a:ext cx="787298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</a:t>
            </a:r>
            <a:endParaRPr lang="en-US" sz="1200" dirty="0"/>
          </a:p>
        </p:txBody>
      </p:sp>
      <p:sp>
        <p:nvSpPr>
          <p:cNvPr id="540" name="Text 84"/>
          <p:cNvSpPr/>
          <p:nvPr/>
        </p:nvSpPr>
        <p:spPr>
          <a:xfrm>
            <a:off x="3529584" y="866851"/>
            <a:ext cx="406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00" dirty="0"/>
          </a:p>
        </p:txBody>
      </p:sp>
      <p:sp>
        <p:nvSpPr>
          <p:cNvPr id="541" name="Text 85"/>
          <p:cNvSpPr/>
          <p:nvPr/>
        </p:nvSpPr>
        <p:spPr>
          <a:xfrm>
            <a:off x="3297326" y="1055218"/>
            <a:ext cx="82204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542" name="Text 86"/>
          <p:cNvSpPr/>
          <p:nvPr/>
        </p:nvSpPr>
        <p:spPr>
          <a:xfrm>
            <a:off x="5011826" y="1068535"/>
            <a:ext cx="45354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200" dirty="0"/>
          </a:p>
        </p:txBody>
      </p:sp>
      <p:sp>
        <p:nvSpPr>
          <p:cNvPr id="543" name="Text 87"/>
          <p:cNvSpPr/>
          <p:nvPr/>
        </p:nvSpPr>
        <p:spPr>
          <a:xfrm>
            <a:off x="6288328" y="1065276"/>
            <a:ext cx="1423721" cy="19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projection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4" name="Text 88"/>
          <p:cNvSpPr/>
          <p:nvPr/>
        </p:nvSpPr>
        <p:spPr>
          <a:xfrm>
            <a:off x="8326526" y="1060704"/>
            <a:ext cx="620878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200" dirty="0"/>
          </a:p>
        </p:txBody>
      </p:sp>
      <p:sp>
        <p:nvSpPr>
          <p:cNvPr id="545" name="Text 89"/>
          <p:cNvSpPr/>
          <p:nvPr/>
        </p:nvSpPr>
        <p:spPr>
          <a:xfrm>
            <a:off x="6116422" y="1506931"/>
            <a:ext cx="1460297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action → feasible action</a:t>
            </a:r>
            <a:endParaRPr lang="en-US" sz="900" dirty="0"/>
          </a:p>
        </p:txBody>
      </p:sp>
      <p:sp>
        <p:nvSpPr>
          <p:cNvPr id="546" name="Text 90"/>
          <p:cNvSpPr/>
          <p:nvPr/>
        </p:nvSpPr>
        <p:spPr>
          <a:xfrm>
            <a:off x="615391" y="1769364"/>
            <a:ext cx="1418234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Coupled electricity-heat-</a:t>
            </a:r>
            <a:endParaRPr lang="en-US" sz="1000" dirty="0"/>
          </a:p>
        </p:txBody>
      </p:sp>
      <p:sp>
        <p:nvSpPr>
          <p:cNvPr id="547" name="Text 91"/>
          <p:cNvSpPr/>
          <p:nvPr/>
        </p:nvSpPr>
        <p:spPr>
          <a:xfrm>
            <a:off x="10245852" y="1763878"/>
            <a:ext cx="969264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cost and</a:t>
            </a:r>
            <a:endParaRPr lang="en-US" sz="1100" dirty="0"/>
          </a:p>
        </p:txBody>
      </p:sp>
      <p:sp>
        <p:nvSpPr>
          <p:cNvPr id="548" name="Text 92"/>
          <p:cNvSpPr/>
          <p:nvPr/>
        </p:nvSpPr>
        <p:spPr>
          <a:xfrm>
            <a:off x="838505" y="1950415"/>
            <a:ext cx="1076249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decisions</a:t>
            </a:r>
            <a:endParaRPr lang="en-US" sz="1000" dirty="0"/>
          </a:p>
        </p:txBody>
      </p:sp>
      <p:sp>
        <p:nvSpPr>
          <p:cNvPr id="549" name="Text 93"/>
          <p:cNvSpPr/>
          <p:nvPr/>
        </p:nvSpPr>
        <p:spPr>
          <a:xfrm>
            <a:off x="5267858" y="1942186"/>
            <a:ext cx="172455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STUDIED CCHP PLANT</a:t>
            </a:r>
            <a:endParaRPr lang="en-US" sz="1200" dirty="0"/>
          </a:p>
        </p:txBody>
      </p:sp>
      <p:sp>
        <p:nvSpPr>
          <p:cNvPr id="550" name="Text 94"/>
          <p:cNvSpPr/>
          <p:nvPr/>
        </p:nvSpPr>
        <p:spPr>
          <a:xfrm>
            <a:off x="10091317" y="1960473"/>
            <a:ext cx="1588313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evaluation</a:t>
            </a:r>
            <a:endParaRPr lang="en-US" sz="1100" dirty="0"/>
          </a:p>
        </p:txBody>
      </p:sp>
      <p:sp>
        <p:nvSpPr>
          <p:cNvPr id="551" name="Text 95"/>
          <p:cNvSpPr/>
          <p:nvPr/>
        </p:nvSpPr>
        <p:spPr>
          <a:xfrm>
            <a:off x="7188098" y="2577694"/>
            <a:ext cx="405079" cy="180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9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Heat↓</a:t>
            </a:r>
            <a:endParaRPr lang="en-US" sz="1195" dirty="0"/>
          </a:p>
        </p:txBody>
      </p:sp>
      <p:sp>
        <p:nvSpPr>
          <p:cNvPr id="552" name="Text 96"/>
          <p:cNvSpPr/>
          <p:nvPr/>
        </p:nvSpPr>
        <p:spPr>
          <a:xfrm>
            <a:off x="7817206" y="2567635"/>
            <a:ext cx="40416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1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↓Cool</a:t>
            </a:r>
            <a:endParaRPr lang="en-US" sz="1219" dirty="0"/>
          </a:p>
        </p:txBody>
      </p:sp>
      <p:sp>
        <p:nvSpPr>
          <p:cNvPr id="553" name="Text 97"/>
          <p:cNvSpPr/>
          <p:nvPr/>
        </p:nvSpPr>
        <p:spPr>
          <a:xfrm>
            <a:off x="3261665" y="2803550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200" dirty="0"/>
          </a:p>
        </p:txBody>
      </p:sp>
      <p:sp>
        <p:nvSpPr>
          <p:cNvPr id="554" name="Text 98"/>
          <p:cNvSpPr/>
          <p:nvPr/>
        </p:nvSpPr>
        <p:spPr>
          <a:xfrm>
            <a:off x="3951122" y="2801722"/>
            <a:ext cx="86685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</a:t>
            </a:r>
            <a:endParaRPr lang="en-US" sz="1200" dirty="0"/>
          </a:p>
        </p:txBody>
      </p:sp>
      <p:sp>
        <p:nvSpPr>
          <p:cNvPr id="555" name="Text 99"/>
          <p:cNvSpPr/>
          <p:nvPr/>
        </p:nvSpPr>
        <p:spPr>
          <a:xfrm>
            <a:off x="718718" y="3152851"/>
            <a:ext cx="1712671" cy="116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feasibility of</a:t>
            </a:r>
            <a:endParaRPr lang="en-US" sz="1000" dirty="0"/>
          </a:p>
        </p:txBody>
      </p:sp>
      <p:sp>
        <p:nvSpPr>
          <p:cNvPr id="556" name="Text 100"/>
          <p:cNvSpPr/>
          <p:nvPr/>
        </p:nvSpPr>
        <p:spPr>
          <a:xfrm>
            <a:off x="10150754" y="3107131"/>
            <a:ext cx="117134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Same-information</a:t>
            </a:r>
            <a:endParaRPr lang="en-US" sz="1100" dirty="0"/>
          </a:p>
        </p:txBody>
      </p:sp>
      <p:sp>
        <p:nvSpPr>
          <p:cNvPr id="557" name="Text 101"/>
          <p:cNvSpPr/>
          <p:nvPr/>
        </p:nvSpPr>
        <p:spPr>
          <a:xfrm>
            <a:off x="713232" y="3343758"/>
            <a:ext cx="1545335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thermally driven cooling</a:t>
            </a:r>
            <a:endParaRPr lang="en-US" sz="1000" dirty="0"/>
          </a:p>
        </p:txBody>
      </p:sp>
      <p:sp>
        <p:nvSpPr>
          <p:cNvPr id="558" name="Text 102"/>
          <p:cNvSpPr/>
          <p:nvPr/>
        </p:nvSpPr>
        <p:spPr>
          <a:xfrm>
            <a:off x="7326173" y="3354934"/>
            <a:ext cx="961035" cy="10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Chiller</a:t>
            </a:r>
            <a:endParaRPr lang="en-US" sz="1100" dirty="0"/>
          </a:p>
        </p:txBody>
      </p:sp>
      <p:sp>
        <p:nvSpPr>
          <p:cNvPr id="559" name="Text 103"/>
          <p:cNvSpPr/>
          <p:nvPr/>
        </p:nvSpPr>
        <p:spPr>
          <a:xfrm>
            <a:off x="8451799" y="3344875"/>
            <a:ext cx="997610" cy="169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 Chiller</a:t>
            </a:r>
            <a:endParaRPr lang="en-US" sz="1100" dirty="0"/>
          </a:p>
        </p:txBody>
      </p:sp>
      <p:sp>
        <p:nvSpPr>
          <p:cNvPr id="560" name="Text 104"/>
          <p:cNvSpPr/>
          <p:nvPr/>
        </p:nvSpPr>
        <p:spPr>
          <a:xfrm>
            <a:off x="10185502" y="3295498"/>
            <a:ext cx="1200607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DRL comparison</a:t>
            </a:r>
            <a:endParaRPr lang="en-US" sz="1100" dirty="0"/>
          </a:p>
        </p:txBody>
      </p:sp>
      <p:sp>
        <p:nvSpPr>
          <p:cNvPr id="561" name="Text 105"/>
          <p:cNvSpPr/>
          <p:nvPr/>
        </p:nvSpPr>
        <p:spPr>
          <a:xfrm>
            <a:off x="5246827" y="3354934"/>
            <a:ext cx="38953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</a:t>
            </a:r>
            <a:endParaRPr lang="en-US" sz="1400" dirty="0"/>
          </a:p>
        </p:txBody>
      </p:sp>
      <p:sp>
        <p:nvSpPr>
          <p:cNvPr id="562" name="Text 106"/>
          <p:cNvSpPr/>
          <p:nvPr/>
        </p:nvSpPr>
        <p:spPr>
          <a:xfrm>
            <a:off x="6380683" y="3392424"/>
            <a:ext cx="370332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</a:t>
            </a:r>
            <a:endParaRPr lang="en-US" sz="1400" dirty="0"/>
          </a:p>
        </p:txBody>
      </p:sp>
      <p:sp>
        <p:nvSpPr>
          <p:cNvPr id="563" name="Text 107"/>
          <p:cNvSpPr/>
          <p:nvPr/>
        </p:nvSpPr>
        <p:spPr>
          <a:xfrm>
            <a:off x="7326173" y="3525011"/>
            <a:ext cx="961035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(Absorption)</a:t>
            </a:r>
            <a:endParaRPr lang="en-US" sz="1100" dirty="0"/>
          </a:p>
        </p:txBody>
      </p:sp>
      <p:sp>
        <p:nvSpPr>
          <p:cNvPr id="564" name="Text 108"/>
          <p:cNvSpPr/>
          <p:nvPr/>
        </p:nvSpPr>
        <p:spPr>
          <a:xfrm>
            <a:off x="8598103" y="3525012"/>
            <a:ext cx="7324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(Electric</a:t>
            </a:r>
            <a:endParaRPr lang="en-US" sz="1050" dirty="0"/>
          </a:p>
        </p:txBody>
      </p:sp>
      <p:sp>
        <p:nvSpPr>
          <p:cNvPr id="565" name="Text 109"/>
          <p:cNvSpPr/>
          <p:nvPr/>
        </p:nvSpPr>
        <p:spPr>
          <a:xfrm>
            <a:off x="4857293" y="3556102"/>
            <a:ext cx="947319" cy="14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(Battery Energy</a:t>
            </a:r>
            <a:endParaRPr lang="en-US" sz="1000" dirty="0"/>
          </a:p>
        </p:txBody>
      </p:sp>
      <p:sp>
        <p:nvSpPr>
          <p:cNvPr id="566" name="Text 110"/>
          <p:cNvSpPr/>
          <p:nvPr/>
        </p:nvSpPr>
        <p:spPr>
          <a:xfrm>
            <a:off x="6054242" y="3586277"/>
            <a:ext cx="97200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(Thermal Energy</a:t>
            </a:r>
            <a:endParaRPr lang="en-US" sz="1000" dirty="0"/>
          </a:p>
        </p:txBody>
      </p:sp>
      <p:sp>
        <p:nvSpPr>
          <p:cNvPr id="567" name="Text 111"/>
          <p:cNvSpPr/>
          <p:nvPr/>
        </p:nvSpPr>
        <p:spPr>
          <a:xfrm>
            <a:off x="5142586" y="3718865"/>
            <a:ext cx="509321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Storage)</a:t>
            </a:r>
            <a:endParaRPr lang="en-US" sz="1000" dirty="0"/>
          </a:p>
        </p:txBody>
      </p:sp>
      <p:sp>
        <p:nvSpPr>
          <p:cNvPr id="568" name="Text 112"/>
          <p:cNvSpPr/>
          <p:nvPr/>
        </p:nvSpPr>
        <p:spPr>
          <a:xfrm>
            <a:off x="8417966" y="3670402"/>
            <a:ext cx="87416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9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Compression)</a:t>
            </a:r>
            <a:endParaRPr lang="en-US" sz="1095" dirty="0"/>
          </a:p>
        </p:txBody>
      </p:sp>
      <p:sp>
        <p:nvSpPr>
          <p:cNvPr id="569" name="Text 113"/>
          <p:cNvSpPr/>
          <p:nvPr/>
        </p:nvSpPr>
        <p:spPr>
          <a:xfrm>
            <a:off x="6277356" y="3750869"/>
            <a:ext cx="501091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Storage)</a:t>
            </a:r>
            <a:endParaRPr lang="en-US" sz="1000" dirty="0"/>
          </a:p>
        </p:txBody>
      </p:sp>
      <p:sp>
        <p:nvSpPr>
          <p:cNvPr id="570" name="Text 114"/>
          <p:cNvSpPr/>
          <p:nvPr/>
        </p:nvSpPr>
        <p:spPr>
          <a:xfrm>
            <a:off x="3333902" y="3998671"/>
            <a:ext cx="24688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1400" dirty="0"/>
          </a:p>
        </p:txBody>
      </p:sp>
      <p:sp>
        <p:nvSpPr>
          <p:cNvPr id="571" name="Text 115"/>
          <p:cNvSpPr/>
          <p:nvPr/>
        </p:nvSpPr>
        <p:spPr>
          <a:xfrm>
            <a:off x="3021178" y="4188866"/>
            <a:ext cx="80010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(Gas Turbine)</a:t>
            </a:r>
            <a:endParaRPr lang="en-US" sz="1000" dirty="0"/>
          </a:p>
        </p:txBody>
      </p:sp>
      <p:sp>
        <p:nvSpPr>
          <p:cNvPr id="573" name="Text 117"/>
          <p:cNvSpPr/>
          <p:nvPr/>
        </p:nvSpPr>
        <p:spPr>
          <a:xfrm>
            <a:off x="717804" y="4471416"/>
            <a:ext cx="1355141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Long-horizon annual</a:t>
            </a:r>
            <a:endParaRPr lang="en-US" sz="1000" dirty="0"/>
          </a:p>
        </p:txBody>
      </p:sp>
      <p:sp>
        <p:nvSpPr>
          <p:cNvPr id="574" name="Text 118"/>
          <p:cNvSpPr/>
          <p:nvPr/>
        </p:nvSpPr>
        <p:spPr>
          <a:xfrm>
            <a:off x="4929530" y="4435754"/>
            <a:ext cx="557784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HRSG</a:t>
            </a:r>
            <a:endParaRPr lang="en-US" sz="1400" dirty="0"/>
          </a:p>
        </p:txBody>
      </p:sp>
      <p:sp>
        <p:nvSpPr>
          <p:cNvPr id="575" name="Text 119"/>
          <p:cNvSpPr/>
          <p:nvPr/>
        </p:nvSpPr>
        <p:spPr>
          <a:xfrm>
            <a:off x="10392156" y="4480560"/>
            <a:ext cx="690372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Multi-seed</a:t>
            </a:r>
            <a:endParaRPr lang="en-US" sz="1100" dirty="0"/>
          </a:p>
        </p:txBody>
      </p:sp>
      <p:sp>
        <p:nvSpPr>
          <p:cNvPr id="576" name="Text 120"/>
          <p:cNvSpPr/>
          <p:nvPr/>
        </p:nvSpPr>
        <p:spPr>
          <a:xfrm>
            <a:off x="941832" y="4677156"/>
            <a:ext cx="921715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</a:t>
            </a:r>
            <a:endParaRPr lang="en-US" sz="1000" dirty="0"/>
          </a:p>
        </p:txBody>
      </p:sp>
      <p:sp>
        <p:nvSpPr>
          <p:cNvPr id="577" name="Text 121"/>
          <p:cNvSpPr/>
          <p:nvPr/>
        </p:nvSpPr>
        <p:spPr>
          <a:xfrm>
            <a:off x="4697273" y="4631436"/>
            <a:ext cx="916229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(Heat Recovery</a:t>
            </a:r>
            <a:endParaRPr lang="en-US" sz="1000" dirty="0"/>
          </a:p>
        </p:txBody>
      </p:sp>
      <p:sp>
        <p:nvSpPr>
          <p:cNvPr id="578" name="Text 122"/>
          <p:cNvSpPr/>
          <p:nvPr/>
        </p:nvSpPr>
        <p:spPr>
          <a:xfrm>
            <a:off x="10091318" y="4662526"/>
            <a:ext cx="1236269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analysis</a:t>
            </a:r>
            <a:endParaRPr lang="en-US" sz="1100" dirty="0"/>
          </a:p>
        </p:txBody>
      </p:sp>
      <p:sp>
        <p:nvSpPr>
          <p:cNvPr id="579" name="Text 123"/>
          <p:cNvSpPr/>
          <p:nvPr/>
        </p:nvSpPr>
        <p:spPr>
          <a:xfrm>
            <a:off x="4619549" y="4791456"/>
            <a:ext cx="1043330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Generator)</a:t>
            </a:r>
            <a:endParaRPr lang="en-US" sz="1000" dirty="0"/>
          </a:p>
        </p:txBody>
      </p:sp>
      <p:sp>
        <p:nvSpPr>
          <p:cNvPr id="580" name="Text 124"/>
          <p:cNvSpPr/>
          <p:nvPr/>
        </p:nvSpPr>
        <p:spPr>
          <a:xfrm>
            <a:off x="8417966" y="4791456"/>
            <a:ext cx="95920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Load</a:t>
            </a:r>
            <a:endParaRPr lang="en-US" sz="1100" dirty="0"/>
          </a:p>
        </p:txBody>
      </p:sp>
      <p:sp>
        <p:nvSpPr>
          <p:cNvPr id="581" name="Text 125"/>
          <p:cNvSpPr/>
          <p:nvPr/>
        </p:nvSpPr>
        <p:spPr>
          <a:xfrm>
            <a:off x="8517877" y="5337353"/>
            <a:ext cx="261518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99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</a:t>
            </a:r>
            <a:endParaRPr lang="en-US" sz="1990" dirty="0"/>
          </a:p>
        </p:txBody>
      </p:sp>
      <p:sp>
        <p:nvSpPr>
          <p:cNvPr id="582" name="Text 126"/>
          <p:cNvSpPr/>
          <p:nvPr/>
        </p:nvSpPr>
        <p:spPr>
          <a:xfrm>
            <a:off x="701345" y="5712258"/>
            <a:ext cx="1551736" cy="6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constraints</a:t>
            </a:r>
            <a:endParaRPr lang="en-US" sz="1000" dirty="0"/>
          </a:p>
        </p:txBody>
      </p:sp>
      <p:sp>
        <p:nvSpPr>
          <p:cNvPr id="583" name="Text 127"/>
          <p:cNvSpPr/>
          <p:nvPr/>
        </p:nvSpPr>
        <p:spPr>
          <a:xfrm>
            <a:off x="4929530" y="5736946"/>
            <a:ext cx="37399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</a:t>
            </a:r>
            <a:endParaRPr lang="en-US" sz="1100" dirty="0"/>
          </a:p>
        </p:txBody>
      </p:sp>
      <p:sp>
        <p:nvSpPr>
          <p:cNvPr id="584" name="Text 128"/>
          <p:cNvSpPr/>
          <p:nvPr/>
        </p:nvSpPr>
        <p:spPr>
          <a:xfrm>
            <a:off x="7249363" y="5735117"/>
            <a:ext cx="928116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Load</a:t>
            </a:r>
            <a:endParaRPr lang="en-US" sz="1100" dirty="0"/>
          </a:p>
        </p:txBody>
      </p:sp>
      <p:sp>
        <p:nvSpPr>
          <p:cNvPr id="585" name="Text 129"/>
          <p:cNvSpPr/>
          <p:nvPr/>
        </p:nvSpPr>
        <p:spPr>
          <a:xfrm>
            <a:off x="8365846" y="5737860"/>
            <a:ext cx="88788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Load</a:t>
            </a:r>
            <a:endParaRPr lang="en-US" sz="1100" dirty="0"/>
          </a:p>
        </p:txBody>
      </p:sp>
      <p:sp>
        <p:nvSpPr>
          <p:cNvPr id="586" name="Text 130"/>
          <p:cNvSpPr/>
          <p:nvPr/>
        </p:nvSpPr>
        <p:spPr>
          <a:xfrm>
            <a:off x="717804" y="5895137"/>
            <a:ext cx="121706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electric, heat, and</a:t>
            </a:r>
            <a:endParaRPr lang="en-US" sz="1000" dirty="0"/>
          </a:p>
        </p:txBody>
      </p:sp>
      <p:sp>
        <p:nvSpPr>
          <p:cNvPr id="587" name="Text 131"/>
          <p:cNvSpPr/>
          <p:nvPr/>
        </p:nvSpPr>
        <p:spPr>
          <a:xfrm>
            <a:off x="10048342" y="5843930"/>
            <a:ext cx="143926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benchmark as</a:t>
            </a:r>
            <a:endParaRPr lang="en-US" sz="1100" dirty="0"/>
          </a:p>
        </p:txBody>
      </p:sp>
      <p:sp>
        <p:nvSpPr>
          <p:cNvPr id="588" name="Text 132"/>
          <p:cNvSpPr/>
          <p:nvPr/>
        </p:nvSpPr>
        <p:spPr>
          <a:xfrm>
            <a:off x="924458" y="6077102"/>
            <a:ext cx="929945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supply</a:t>
            </a:r>
            <a:endParaRPr lang="en-US" sz="1000" dirty="0"/>
          </a:p>
        </p:txBody>
      </p:sp>
      <p:sp>
        <p:nvSpPr>
          <p:cNvPr id="589" name="Text 133"/>
          <p:cNvSpPr/>
          <p:nvPr/>
        </p:nvSpPr>
        <p:spPr>
          <a:xfrm>
            <a:off x="10005365" y="6040526"/>
            <a:ext cx="16011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planner-side reference</a:t>
            </a:r>
            <a:endParaRPr lang="en-US" sz="1100" dirty="0"/>
          </a:p>
        </p:txBody>
      </p:sp>
      <p:sp>
        <p:nvSpPr>
          <p:cNvPr id="593" name="Text 137"/>
          <p:cNvSpPr/>
          <p:nvPr/>
        </p:nvSpPr>
        <p:spPr>
          <a:xfrm>
            <a:off x="3282696" y="6142798"/>
            <a:ext cx="5664708" cy="317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absorption cooling depends on available driving heat and thermal state.</a:t>
            </a:r>
            <a:endParaRPr lang="en-US" sz="1100" b="1" dirty="0"/>
          </a:p>
        </p:txBody>
      </p:sp>
      <p:sp>
        <p:nvSpPr>
          <p:cNvPr id="595" name="矩形 594">
            <a:extLst>
              <a:ext uri="{FF2B5EF4-FFF2-40B4-BE49-F238E27FC236}">
                <a16:creationId xmlns:a16="http://schemas.microsoft.com/office/drawing/2014/main" id="{C82945A9-5871-C306-6BC1-D3611D136BB2}"/>
              </a:ext>
            </a:extLst>
          </p:cNvPr>
          <p:cNvSpPr/>
          <p:nvPr/>
        </p:nvSpPr>
        <p:spPr>
          <a:xfrm>
            <a:off x="8961297" y="5348326"/>
            <a:ext cx="243053" cy="294437"/>
          </a:xfrm>
          <a:prstGeom prst="rect">
            <a:avLst/>
          </a:prstGeom>
          <a:solidFill>
            <a:srgbClr val="1B5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Text 125">
            <a:extLst>
              <a:ext uri="{FF2B5EF4-FFF2-40B4-BE49-F238E27FC236}">
                <a16:creationId xmlns:a16="http://schemas.microsoft.com/office/drawing/2014/main" id="{A1124B2F-5AB5-9A24-E239-2B0E3EC6DD14}"/>
              </a:ext>
            </a:extLst>
          </p:cNvPr>
          <p:cNvSpPr/>
          <p:nvPr/>
        </p:nvSpPr>
        <p:spPr>
          <a:xfrm>
            <a:off x="8954718" y="5329123"/>
            <a:ext cx="298095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99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</a:t>
            </a:r>
            <a:endParaRPr lang="en-US" sz="1990" dirty="0"/>
          </a:p>
        </p:txBody>
      </p:sp>
      <p:cxnSp>
        <p:nvCxnSpPr>
          <p:cNvPr id="598" name="直接连接符 597">
            <a:extLst>
              <a:ext uri="{FF2B5EF4-FFF2-40B4-BE49-F238E27FC236}">
                <a16:creationId xmlns:a16="http://schemas.microsoft.com/office/drawing/2014/main" id="{82E270FC-AB00-2354-E725-7898F0C01281}"/>
              </a:ext>
            </a:extLst>
          </p:cNvPr>
          <p:cNvCxnSpPr>
            <a:cxnSpLocks/>
          </p:cNvCxnSpPr>
          <p:nvPr/>
        </p:nvCxnSpPr>
        <p:spPr>
          <a:xfrm>
            <a:off x="8491118" y="5648553"/>
            <a:ext cx="762610" cy="0"/>
          </a:xfrm>
          <a:prstGeom prst="line">
            <a:avLst/>
          </a:prstGeom>
          <a:ln w="15875">
            <a:solidFill>
              <a:srgbClr val="1B50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1" name="矩形: 圆角 600">
            <a:extLst>
              <a:ext uri="{FF2B5EF4-FFF2-40B4-BE49-F238E27FC236}">
                <a16:creationId xmlns:a16="http://schemas.microsoft.com/office/drawing/2014/main" id="{10810BC4-8819-4E7A-7EAF-6E256DA2188B}"/>
              </a:ext>
            </a:extLst>
          </p:cNvPr>
          <p:cNvSpPr/>
          <p:nvPr/>
        </p:nvSpPr>
        <p:spPr>
          <a:xfrm>
            <a:off x="3210425" y="762610"/>
            <a:ext cx="1131146" cy="60346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2" name="矩形: 圆角 601">
            <a:extLst>
              <a:ext uri="{FF2B5EF4-FFF2-40B4-BE49-F238E27FC236}">
                <a16:creationId xmlns:a16="http://schemas.microsoft.com/office/drawing/2014/main" id="{A2590186-8FB3-040B-031E-B961A3321543}"/>
              </a:ext>
            </a:extLst>
          </p:cNvPr>
          <p:cNvSpPr/>
          <p:nvPr/>
        </p:nvSpPr>
        <p:spPr>
          <a:xfrm>
            <a:off x="4685825" y="770611"/>
            <a:ext cx="1149875" cy="58933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3" name="矩形: 圆角 602">
            <a:extLst>
              <a:ext uri="{FF2B5EF4-FFF2-40B4-BE49-F238E27FC236}">
                <a16:creationId xmlns:a16="http://schemas.microsoft.com/office/drawing/2014/main" id="{ABF35051-FA6B-3E21-37D4-8B73359C33ED}"/>
              </a:ext>
            </a:extLst>
          </p:cNvPr>
          <p:cNvSpPr/>
          <p:nvPr/>
        </p:nvSpPr>
        <p:spPr>
          <a:xfrm>
            <a:off x="8110627" y="774862"/>
            <a:ext cx="1149875" cy="58933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11BCB6CC-5B42-64EA-8F3E-28B7C511D326}"/>
              </a:ext>
            </a:extLst>
          </p:cNvPr>
          <p:cNvSpPr/>
          <p:nvPr/>
        </p:nvSpPr>
        <p:spPr>
          <a:xfrm>
            <a:off x="9840773" y="955548"/>
            <a:ext cx="1933956" cy="1257300"/>
          </a:xfrm>
          <a:prstGeom prst="roundRect">
            <a:avLst>
              <a:gd name="adj" fmla="val 9730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7" name="矩形: 圆角 606">
            <a:extLst>
              <a:ext uri="{FF2B5EF4-FFF2-40B4-BE49-F238E27FC236}">
                <a16:creationId xmlns:a16="http://schemas.microsoft.com/office/drawing/2014/main" id="{CCEE1DDA-D5CA-B331-5140-044E6DC1DEDD}"/>
              </a:ext>
            </a:extLst>
          </p:cNvPr>
          <p:cNvSpPr/>
          <p:nvPr/>
        </p:nvSpPr>
        <p:spPr>
          <a:xfrm>
            <a:off x="9825228" y="2321662"/>
            <a:ext cx="1933956" cy="1277873"/>
          </a:xfrm>
          <a:prstGeom prst="roundRect">
            <a:avLst>
              <a:gd name="adj" fmla="val 9730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8" name="矩形: 圆角 607">
            <a:extLst>
              <a:ext uri="{FF2B5EF4-FFF2-40B4-BE49-F238E27FC236}">
                <a16:creationId xmlns:a16="http://schemas.microsoft.com/office/drawing/2014/main" id="{FB14BC93-1CB0-5FBA-1767-EEC62D1FBD76}"/>
              </a:ext>
            </a:extLst>
          </p:cNvPr>
          <p:cNvSpPr/>
          <p:nvPr/>
        </p:nvSpPr>
        <p:spPr>
          <a:xfrm>
            <a:off x="9840774" y="5063490"/>
            <a:ext cx="1925726" cy="1264158"/>
          </a:xfrm>
          <a:prstGeom prst="roundRect">
            <a:avLst>
              <a:gd name="adj" fmla="val 9730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9" name="矩形: 圆角 608">
            <a:extLst>
              <a:ext uri="{FF2B5EF4-FFF2-40B4-BE49-F238E27FC236}">
                <a16:creationId xmlns:a16="http://schemas.microsoft.com/office/drawing/2014/main" id="{2F97D80F-610B-6F65-2E6D-EED517CF99B4}"/>
              </a:ext>
            </a:extLst>
          </p:cNvPr>
          <p:cNvSpPr/>
          <p:nvPr/>
        </p:nvSpPr>
        <p:spPr>
          <a:xfrm>
            <a:off x="9825228" y="3693263"/>
            <a:ext cx="1933956" cy="1263700"/>
          </a:xfrm>
          <a:prstGeom prst="roundRect">
            <a:avLst>
              <a:gd name="adj" fmla="val 9730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0" name="矩形: 圆角 609">
            <a:extLst>
              <a:ext uri="{FF2B5EF4-FFF2-40B4-BE49-F238E27FC236}">
                <a16:creationId xmlns:a16="http://schemas.microsoft.com/office/drawing/2014/main" id="{4D21848D-2F21-17A2-7712-45BF5BA675B1}"/>
              </a:ext>
            </a:extLst>
          </p:cNvPr>
          <p:cNvSpPr/>
          <p:nvPr/>
        </p:nvSpPr>
        <p:spPr>
          <a:xfrm>
            <a:off x="9661003" y="340157"/>
            <a:ext cx="2274849" cy="6191402"/>
          </a:xfrm>
          <a:prstGeom prst="roundRect">
            <a:avLst>
              <a:gd name="adj" fmla="val 4993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1" name="矩形: 圆角 610">
            <a:extLst>
              <a:ext uri="{FF2B5EF4-FFF2-40B4-BE49-F238E27FC236}">
                <a16:creationId xmlns:a16="http://schemas.microsoft.com/office/drawing/2014/main" id="{43D807FF-C704-1D7D-08E0-ED9B34C6EF80}"/>
              </a:ext>
            </a:extLst>
          </p:cNvPr>
          <p:cNvSpPr/>
          <p:nvPr/>
        </p:nvSpPr>
        <p:spPr>
          <a:xfrm>
            <a:off x="276237" y="331758"/>
            <a:ext cx="2362721" cy="6201630"/>
          </a:xfrm>
          <a:prstGeom prst="roundRect">
            <a:avLst>
              <a:gd name="adj" fmla="val 4993"/>
            </a:avLst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3" name="矩形: 圆角 612">
            <a:extLst>
              <a:ext uri="{FF2B5EF4-FFF2-40B4-BE49-F238E27FC236}">
                <a16:creationId xmlns:a16="http://schemas.microsoft.com/office/drawing/2014/main" id="{F19BC149-B160-C2CD-8C78-0FDEB847FE0A}"/>
              </a:ext>
            </a:extLst>
          </p:cNvPr>
          <p:cNvSpPr/>
          <p:nvPr/>
        </p:nvSpPr>
        <p:spPr>
          <a:xfrm>
            <a:off x="482346" y="5072364"/>
            <a:ext cx="1961845" cy="1241568"/>
          </a:xfrm>
          <a:prstGeom prst="roundRect">
            <a:avLst>
              <a:gd name="adj" fmla="val 4993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矩形: 圆角 614">
            <a:extLst>
              <a:ext uri="{FF2B5EF4-FFF2-40B4-BE49-F238E27FC236}">
                <a16:creationId xmlns:a16="http://schemas.microsoft.com/office/drawing/2014/main" id="{C2C2692A-5926-3ED6-D53C-08003BE44FED}"/>
              </a:ext>
            </a:extLst>
          </p:cNvPr>
          <p:cNvSpPr/>
          <p:nvPr/>
        </p:nvSpPr>
        <p:spPr>
          <a:xfrm>
            <a:off x="481889" y="3703135"/>
            <a:ext cx="1966874" cy="1241568"/>
          </a:xfrm>
          <a:prstGeom prst="roundRect">
            <a:avLst>
              <a:gd name="adj" fmla="val 4993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6" name="矩形: 圆角 615">
            <a:extLst>
              <a:ext uri="{FF2B5EF4-FFF2-40B4-BE49-F238E27FC236}">
                <a16:creationId xmlns:a16="http://schemas.microsoft.com/office/drawing/2014/main" id="{BCF8AD5A-F1EF-8189-13EF-99574DA93891}"/>
              </a:ext>
            </a:extLst>
          </p:cNvPr>
          <p:cNvSpPr/>
          <p:nvPr/>
        </p:nvSpPr>
        <p:spPr>
          <a:xfrm>
            <a:off x="482346" y="955548"/>
            <a:ext cx="1959102" cy="1256292"/>
          </a:xfrm>
          <a:prstGeom prst="roundRect">
            <a:avLst>
              <a:gd name="adj" fmla="val 4993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7" name="矩形: 圆角 616">
            <a:extLst>
              <a:ext uri="{FF2B5EF4-FFF2-40B4-BE49-F238E27FC236}">
                <a16:creationId xmlns:a16="http://schemas.microsoft.com/office/drawing/2014/main" id="{560ED576-0DB0-ED70-39BA-74F6E5CBD37A}"/>
              </a:ext>
            </a:extLst>
          </p:cNvPr>
          <p:cNvSpPr/>
          <p:nvPr/>
        </p:nvSpPr>
        <p:spPr>
          <a:xfrm>
            <a:off x="482346" y="2340958"/>
            <a:ext cx="1949959" cy="1241568"/>
          </a:xfrm>
          <a:prstGeom prst="roundRect">
            <a:avLst>
              <a:gd name="adj" fmla="val 4993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2" name="直接连接符 571">
            <a:extLst>
              <a:ext uri="{FF2B5EF4-FFF2-40B4-BE49-F238E27FC236}">
                <a16:creationId xmlns:a16="http://schemas.microsoft.com/office/drawing/2014/main" id="{EA3EE50D-F64F-CCDA-FA26-38B6DFAC3115}"/>
              </a:ext>
            </a:extLst>
          </p:cNvPr>
          <p:cNvCxnSpPr>
            <a:cxnSpLocks/>
          </p:cNvCxnSpPr>
          <p:nvPr/>
        </p:nvCxnSpPr>
        <p:spPr>
          <a:xfrm flipV="1">
            <a:off x="1173631" y="2788823"/>
            <a:ext cx="396000" cy="0"/>
          </a:xfrm>
          <a:prstGeom prst="line">
            <a:avLst/>
          </a:prstGeom>
          <a:ln w="101600">
            <a:gradFill>
              <a:gsLst>
                <a:gs pos="37000">
                  <a:srgbClr val="E2E2E2"/>
                </a:gs>
                <a:gs pos="53000">
                  <a:srgbClr val="E2E2E2"/>
                </a:gs>
                <a:gs pos="74000">
                  <a:srgbClr val="F1F1F1"/>
                </a:gs>
                <a:gs pos="83000">
                  <a:srgbClr val="F1F1F1"/>
                </a:gs>
                <a:gs pos="0">
                  <a:srgbClr val="F1F1F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" name="椭圆 618">
            <a:extLst>
              <a:ext uri="{FF2B5EF4-FFF2-40B4-BE49-F238E27FC236}">
                <a16:creationId xmlns:a16="http://schemas.microsoft.com/office/drawing/2014/main" id="{A12396BE-6E1C-8E8D-AFB3-878D13E4B4EF}"/>
              </a:ext>
            </a:extLst>
          </p:cNvPr>
          <p:cNvSpPr/>
          <p:nvPr/>
        </p:nvSpPr>
        <p:spPr>
          <a:xfrm>
            <a:off x="1173631" y="1031443"/>
            <a:ext cx="477316" cy="4856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E34DF4C-4160-EAF5-AD65-3AEA1A4B8C81}"/>
              </a:ext>
            </a:extLst>
          </p:cNvPr>
          <p:cNvSpPr/>
          <p:nvPr/>
        </p:nvSpPr>
        <p:spPr>
          <a:xfrm>
            <a:off x="1369313" y="1292123"/>
            <a:ext cx="477316" cy="4856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0" name="椭圆 619">
            <a:extLst>
              <a:ext uri="{FF2B5EF4-FFF2-40B4-BE49-F238E27FC236}">
                <a16:creationId xmlns:a16="http://schemas.microsoft.com/office/drawing/2014/main" id="{80E881A2-090F-8E09-793F-5DC908A84557}"/>
              </a:ext>
            </a:extLst>
          </p:cNvPr>
          <p:cNvSpPr/>
          <p:nvPr/>
        </p:nvSpPr>
        <p:spPr>
          <a:xfrm>
            <a:off x="989837" y="1292084"/>
            <a:ext cx="477316" cy="48569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2" name="任意多边形: 形状 621">
            <a:extLst>
              <a:ext uri="{FF2B5EF4-FFF2-40B4-BE49-F238E27FC236}">
                <a16:creationId xmlns:a16="http://schemas.microsoft.com/office/drawing/2014/main" id="{6DBDB56B-A1CB-BD91-4A7E-F682D09E8D16}"/>
              </a:ext>
            </a:extLst>
          </p:cNvPr>
          <p:cNvSpPr/>
          <p:nvPr/>
        </p:nvSpPr>
        <p:spPr>
          <a:xfrm>
            <a:off x="1510816" y="1390725"/>
            <a:ext cx="192126" cy="274561"/>
          </a:xfrm>
          <a:custGeom>
            <a:avLst/>
            <a:gdLst>
              <a:gd name="T0" fmla="*/ 372171 w 604011"/>
              <a:gd name="T1" fmla="*/ 372171 w 604011"/>
              <a:gd name="T2" fmla="*/ 372171 w 604011"/>
              <a:gd name="T3" fmla="*/ 372171 w 604011"/>
              <a:gd name="T4" fmla="*/ 372171 w 604011"/>
              <a:gd name="T5" fmla="*/ 372171 w 604011"/>
              <a:gd name="T6" fmla="*/ 372171 w 604011"/>
              <a:gd name="T7" fmla="*/ 372171 w 604011"/>
              <a:gd name="T8" fmla="*/ 372171 w 604011"/>
              <a:gd name="T9" fmla="*/ 372171 w 604011"/>
              <a:gd name="T10" fmla="*/ 372171 w 604011"/>
              <a:gd name="T11" fmla="*/ 372171 w 604011"/>
              <a:gd name="T12" fmla="*/ 372171 w 604011"/>
              <a:gd name="T13" fmla="*/ 372171 w 604011"/>
              <a:gd name="T14" fmla="*/ 372171 w 604011"/>
              <a:gd name="T15" fmla="*/ 372171 w 604011"/>
              <a:gd name="T16" fmla="*/ 372171 w 604011"/>
              <a:gd name="T17" fmla="*/ 372171 w 604011"/>
              <a:gd name="T18" fmla="*/ 372171 w 604011"/>
              <a:gd name="T19" fmla="*/ 372171 w 604011"/>
              <a:gd name="T20" fmla="*/ 372171 w 604011"/>
              <a:gd name="T21" fmla="*/ 372171 w 604011"/>
              <a:gd name="T22" fmla="*/ 372171 w 604011"/>
              <a:gd name="T23" fmla="*/ 372171 w 604011"/>
              <a:gd name="T24" fmla="*/ 372171 w 604011"/>
              <a:gd name="T25" fmla="*/ 372171 w 604011"/>
              <a:gd name="T26" fmla="*/ 372171 w 604011"/>
              <a:gd name="T27" fmla="*/ 372171 w 604011"/>
              <a:gd name="T28" fmla="*/ 372171 w 604011"/>
              <a:gd name="T29" fmla="*/ 372171 w 604011"/>
              <a:gd name="T30" fmla="*/ 372171 w 604011"/>
              <a:gd name="T31" fmla="*/ 372171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312" h="6867">
                <a:moveTo>
                  <a:pt x="4237" y="2820"/>
                </a:moveTo>
                <a:cubicBezTo>
                  <a:pt x="4162" y="2684"/>
                  <a:pt x="4019" y="2600"/>
                  <a:pt x="3864" y="2600"/>
                </a:cubicBezTo>
                <a:lnTo>
                  <a:pt x="2834" y="2600"/>
                </a:lnTo>
                <a:lnTo>
                  <a:pt x="3009" y="502"/>
                </a:lnTo>
                <a:cubicBezTo>
                  <a:pt x="3025" y="308"/>
                  <a:pt x="2908" y="128"/>
                  <a:pt x="2725" y="64"/>
                </a:cubicBezTo>
                <a:cubicBezTo>
                  <a:pt x="2541" y="0"/>
                  <a:pt x="2337" y="68"/>
                  <a:pt x="2229" y="230"/>
                </a:cubicBezTo>
                <a:lnTo>
                  <a:pt x="96" y="3430"/>
                </a:lnTo>
                <a:cubicBezTo>
                  <a:pt x="8" y="3561"/>
                  <a:pt x="0" y="3729"/>
                  <a:pt x="75" y="3868"/>
                </a:cubicBezTo>
                <a:cubicBezTo>
                  <a:pt x="149" y="4007"/>
                  <a:pt x="293" y="4093"/>
                  <a:pt x="451" y="4093"/>
                </a:cubicBezTo>
                <a:lnTo>
                  <a:pt x="1483" y="4093"/>
                </a:lnTo>
                <a:lnTo>
                  <a:pt x="1305" y="6407"/>
                </a:lnTo>
                <a:cubicBezTo>
                  <a:pt x="1290" y="6603"/>
                  <a:pt x="1411" y="6784"/>
                  <a:pt x="1597" y="6845"/>
                </a:cubicBezTo>
                <a:cubicBezTo>
                  <a:pt x="1641" y="6860"/>
                  <a:pt x="1686" y="6867"/>
                  <a:pt x="1731" y="6867"/>
                </a:cubicBezTo>
                <a:cubicBezTo>
                  <a:pt x="1875" y="6867"/>
                  <a:pt x="2013" y="6793"/>
                  <a:pt x="2092" y="6666"/>
                </a:cubicBezTo>
                <a:lnTo>
                  <a:pt x="4226" y="3253"/>
                </a:lnTo>
                <a:cubicBezTo>
                  <a:pt x="4308" y="3121"/>
                  <a:pt x="4312" y="2956"/>
                  <a:pt x="4237" y="28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4" name="任意多边形: 形状 623">
            <a:extLst>
              <a:ext uri="{FF2B5EF4-FFF2-40B4-BE49-F238E27FC236}">
                <a16:creationId xmlns:a16="http://schemas.microsoft.com/office/drawing/2014/main" id="{F3B25BA6-76D4-9716-8789-2B043391768A}"/>
              </a:ext>
            </a:extLst>
          </p:cNvPr>
          <p:cNvSpPr/>
          <p:nvPr/>
        </p:nvSpPr>
        <p:spPr>
          <a:xfrm>
            <a:off x="1294887" y="1113980"/>
            <a:ext cx="242118" cy="233431"/>
          </a:xfrm>
          <a:custGeom>
            <a:avLst/>
            <a:gdLst>
              <a:gd name="T0" fmla="*/ 121763 h 600884"/>
              <a:gd name="T1" fmla="*/ 121763 h 600884"/>
              <a:gd name="T2" fmla="*/ 121763 h 600884"/>
              <a:gd name="T3" fmla="*/ 121763 h 600884"/>
              <a:gd name="T4" fmla="*/ 121763 h 600884"/>
              <a:gd name="T5" fmla="*/ 121763 h 600884"/>
              <a:gd name="T6" fmla="*/ 121763 h 600884"/>
              <a:gd name="T7" fmla="*/ 121763 h 600884"/>
              <a:gd name="T8" fmla="*/ 121763 h 600884"/>
              <a:gd name="T9" fmla="*/ 121763 h 600884"/>
              <a:gd name="T10" fmla="*/ 121763 h 600884"/>
              <a:gd name="T11" fmla="*/ 121763 h 600884"/>
              <a:gd name="T12" fmla="*/ 121763 h 600884"/>
              <a:gd name="T13" fmla="*/ 121763 h 600884"/>
              <a:gd name="T14" fmla="*/ 121763 h 600884"/>
              <a:gd name="T15" fmla="*/ 121763 h 600884"/>
              <a:gd name="T16" fmla="*/ 121763 h 600884"/>
              <a:gd name="T17" fmla="*/ 121763 h 600884"/>
              <a:gd name="T18" fmla="*/ 121763 h 600884"/>
              <a:gd name="T19" fmla="*/ 121763 h 600884"/>
              <a:gd name="T20" fmla="*/ 121763 h 600884"/>
              <a:gd name="T21" fmla="*/ 121763 h 600884"/>
              <a:gd name="T22" fmla="*/ 121763 h 600884"/>
              <a:gd name="T23" fmla="*/ 121763 h 600884"/>
              <a:gd name="T24" fmla="*/ 121763 h 600884"/>
              <a:gd name="T25" fmla="*/ 121763 h 600884"/>
              <a:gd name="T26" fmla="*/ 121763 h 600884"/>
              <a:gd name="T27" fmla="*/ 121763 h 600884"/>
              <a:gd name="T28" fmla="*/ 121763 h 600884"/>
              <a:gd name="T29" fmla="*/ 121763 h 600884"/>
              <a:gd name="T30" fmla="*/ 121763 h 600884"/>
              <a:gd name="T31" fmla="*/ 121763 h 600884"/>
              <a:gd name="T32" fmla="*/ 121763 h 600884"/>
              <a:gd name="T33" fmla="*/ 121763 h 600884"/>
              <a:gd name="T34" fmla="*/ 121763 h 600884"/>
              <a:gd name="T35" fmla="*/ 121763 h 600884"/>
              <a:gd name="T36" fmla="*/ 121763 h 600884"/>
              <a:gd name="T37" fmla="*/ 121763 h 600884"/>
              <a:gd name="T38" fmla="*/ 121763 h 600884"/>
              <a:gd name="T39" fmla="*/ 121763 h 600884"/>
              <a:gd name="T40" fmla="*/ 121763 h 600884"/>
              <a:gd name="T41" fmla="*/ 121763 h 600884"/>
              <a:gd name="T42" fmla="*/ 121763 h 600884"/>
              <a:gd name="T43" fmla="*/ 121763 h 600884"/>
              <a:gd name="T44" fmla="*/ 121763 h 600884"/>
              <a:gd name="T45" fmla="*/ 121763 h 600884"/>
              <a:gd name="T46" fmla="*/ 121763 h 600884"/>
              <a:gd name="T47" fmla="*/ 121763 h 600884"/>
              <a:gd name="T48" fmla="*/ 121763 h 600884"/>
              <a:gd name="T49" fmla="*/ 121763 h 600884"/>
              <a:gd name="T50" fmla="*/ 121763 h 600884"/>
              <a:gd name="T51" fmla="*/ 121763 h 600884"/>
              <a:gd name="T52" fmla="*/ 121763 h 600884"/>
              <a:gd name="T53" fmla="*/ 121763 h 600884"/>
              <a:gd name="T54" fmla="*/ 121763 h 600884"/>
              <a:gd name="T55" fmla="*/ 121763 h 600884"/>
              <a:gd name="T56" fmla="*/ 121763 h 600884"/>
              <a:gd name="T57" fmla="*/ 121763 h 600884"/>
              <a:gd name="T58" fmla="*/ 121763 h 600884"/>
              <a:gd name="T59" fmla="*/ 121763 h 600884"/>
              <a:gd name="T60" fmla="*/ 121763 h 600884"/>
              <a:gd name="T61" fmla="*/ 121763 h 600884"/>
              <a:gd name="T62" fmla="*/ 121763 h 600884"/>
              <a:gd name="T63" fmla="*/ 121763 h 600884"/>
              <a:gd name="T64" fmla="*/ 121763 h 600884"/>
              <a:gd name="T65" fmla="*/ 121763 h 600884"/>
              <a:gd name="T66" fmla="*/ 121763 h 600884"/>
              <a:gd name="T67" fmla="*/ 121763 h 600884"/>
              <a:gd name="T68" fmla="*/ 121763 h 600884"/>
              <a:gd name="T69" fmla="*/ 121763 h 600884"/>
              <a:gd name="T70" fmla="*/ 121763 h 600884"/>
              <a:gd name="T71" fmla="*/ 121763 h 600884"/>
              <a:gd name="T72" fmla="*/ 121763 h 600884"/>
              <a:gd name="T73" fmla="*/ 121763 h 600884"/>
              <a:gd name="T74" fmla="*/ 121763 h 600884"/>
              <a:gd name="T75" fmla="*/ 121763 h 600884"/>
              <a:gd name="T76" fmla="*/ 121763 h 600884"/>
              <a:gd name="T77" fmla="*/ 121763 h 600884"/>
              <a:gd name="T78" fmla="*/ 121763 h 600884"/>
              <a:gd name="T79" fmla="*/ 121763 h 600884"/>
              <a:gd name="T80" fmla="*/ 121763 h 600884"/>
              <a:gd name="T81" fmla="*/ 121763 h 600884"/>
              <a:gd name="T82" fmla="*/ 121763 h 600884"/>
              <a:gd name="T83" fmla="*/ 121763 h 600884"/>
              <a:gd name="T84" fmla="*/ 121763 h 600884"/>
              <a:gd name="T85" fmla="*/ 121763 h 600884"/>
              <a:gd name="T86" fmla="*/ 121763 h 600884"/>
              <a:gd name="T87" fmla="*/ 121763 h 600884"/>
              <a:gd name="T88" fmla="*/ 121763 h 600884"/>
              <a:gd name="T89" fmla="*/ 121763 h 600884"/>
              <a:gd name="T90" fmla="*/ 121763 h 600884"/>
              <a:gd name="T91" fmla="*/ 121763 h 600884"/>
              <a:gd name="T92" fmla="*/ 121763 h 600884"/>
              <a:gd name="T93" fmla="*/ 121763 h 600884"/>
              <a:gd name="T94" fmla="*/ 121763 h 600884"/>
              <a:gd name="T95" fmla="*/ 121763 h 600884"/>
              <a:gd name="T96" fmla="*/ 121763 h 600884"/>
              <a:gd name="T97" fmla="*/ 121763 h 600884"/>
              <a:gd name="T98" fmla="*/ 121763 h 600884"/>
              <a:gd name="T99" fmla="*/ 121763 h 600884"/>
              <a:gd name="T100" fmla="*/ 121763 h 600884"/>
              <a:gd name="T101" fmla="*/ 121763 h 600884"/>
              <a:gd name="T102" fmla="*/ 121763 h 600884"/>
              <a:gd name="T103" fmla="*/ 121763 h 600884"/>
              <a:gd name="T104" fmla="*/ 121763 h 600884"/>
              <a:gd name="T105" fmla="*/ 121763 h 600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693" h="6176">
                <a:moveTo>
                  <a:pt x="5334" y="3269"/>
                </a:moveTo>
                <a:lnTo>
                  <a:pt x="4211" y="3570"/>
                </a:lnTo>
                <a:lnTo>
                  <a:pt x="3778" y="3320"/>
                </a:lnTo>
                <a:lnTo>
                  <a:pt x="3778" y="2851"/>
                </a:lnTo>
                <a:lnTo>
                  <a:pt x="4206" y="2605"/>
                </a:lnTo>
                <a:lnTo>
                  <a:pt x="5334" y="2908"/>
                </a:lnTo>
                <a:cubicBezTo>
                  <a:pt x="5357" y="2914"/>
                  <a:pt x="5379" y="2917"/>
                  <a:pt x="5402" y="2917"/>
                </a:cubicBezTo>
                <a:cubicBezTo>
                  <a:pt x="5518" y="2917"/>
                  <a:pt x="5624" y="2839"/>
                  <a:pt x="5655" y="2722"/>
                </a:cubicBezTo>
                <a:cubicBezTo>
                  <a:pt x="5693" y="2582"/>
                  <a:pt x="5610" y="2438"/>
                  <a:pt x="5470" y="2401"/>
                </a:cubicBezTo>
                <a:lnTo>
                  <a:pt x="4851" y="2235"/>
                </a:lnTo>
                <a:lnTo>
                  <a:pt x="5421" y="1907"/>
                </a:lnTo>
                <a:cubicBezTo>
                  <a:pt x="5547" y="1835"/>
                  <a:pt x="5590" y="1675"/>
                  <a:pt x="5518" y="1549"/>
                </a:cubicBezTo>
                <a:cubicBezTo>
                  <a:pt x="5446" y="1423"/>
                  <a:pt x="5286" y="1380"/>
                  <a:pt x="5160" y="1452"/>
                </a:cubicBezTo>
                <a:lnTo>
                  <a:pt x="4589" y="1780"/>
                </a:lnTo>
                <a:lnTo>
                  <a:pt x="4754" y="1161"/>
                </a:lnTo>
                <a:cubicBezTo>
                  <a:pt x="4792" y="1021"/>
                  <a:pt x="4709" y="877"/>
                  <a:pt x="4569" y="840"/>
                </a:cubicBezTo>
                <a:cubicBezTo>
                  <a:pt x="4429" y="803"/>
                  <a:pt x="4285" y="886"/>
                  <a:pt x="4247" y="1025"/>
                </a:cubicBezTo>
                <a:lnTo>
                  <a:pt x="3946" y="2149"/>
                </a:lnTo>
                <a:lnTo>
                  <a:pt x="3515" y="2396"/>
                </a:lnTo>
                <a:lnTo>
                  <a:pt x="3107" y="2160"/>
                </a:lnTo>
                <a:lnTo>
                  <a:pt x="3107" y="1665"/>
                </a:lnTo>
                <a:lnTo>
                  <a:pt x="3933" y="839"/>
                </a:lnTo>
                <a:cubicBezTo>
                  <a:pt x="4035" y="737"/>
                  <a:pt x="4035" y="570"/>
                  <a:pt x="3933" y="468"/>
                </a:cubicBezTo>
                <a:cubicBezTo>
                  <a:pt x="3830" y="365"/>
                  <a:pt x="3664" y="365"/>
                  <a:pt x="3562" y="468"/>
                </a:cubicBezTo>
                <a:lnTo>
                  <a:pt x="3107" y="922"/>
                </a:lnTo>
                <a:lnTo>
                  <a:pt x="3107" y="263"/>
                </a:lnTo>
                <a:cubicBezTo>
                  <a:pt x="3107" y="118"/>
                  <a:pt x="2990" y="0"/>
                  <a:pt x="2845" y="0"/>
                </a:cubicBezTo>
                <a:cubicBezTo>
                  <a:pt x="2700" y="0"/>
                  <a:pt x="2582" y="118"/>
                  <a:pt x="2582" y="263"/>
                </a:cubicBezTo>
                <a:lnTo>
                  <a:pt x="2582" y="919"/>
                </a:lnTo>
                <a:lnTo>
                  <a:pt x="2131" y="468"/>
                </a:lnTo>
                <a:cubicBezTo>
                  <a:pt x="2028" y="365"/>
                  <a:pt x="1862" y="365"/>
                  <a:pt x="1760" y="468"/>
                </a:cubicBezTo>
                <a:cubicBezTo>
                  <a:pt x="1657" y="570"/>
                  <a:pt x="1657" y="736"/>
                  <a:pt x="1760" y="839"/>
                </a:cubicBezTo>
                <a:lnTo>
                  <a:pt x="2582" y="1662"/>
                </a:lnTo>
                <a:lnTo>
                  <a:pt x="2582" y="2162"/>
                </a:lnTo>
                <a:lnTo>
                  <a:pt x="2177" y="2396"/>
                </a:lnTo>
                <a:lnTo>
                  <a:pt x="1746" y="2149"/>
                </a:lnTo>
                <a:lnTo>
                  <a:pt x="1445" y="1026"/>
                </a:lnTo>
                <a:cubicBezTo>
                  <a:pt x="1408" y="886"/>
                  <a:pt x="1264" y="803"/>
                  <a:pt x="1124" y="840"/>
                </a:cubicBezTo>
                <a:cubicBezTo>
                  <a:pt x="984" y="877"/>
                  <a:pt x="901" y="1021"/>
                  <a:pt x="938" y="1161"/>
                </a:cubicBezTo>
                <a:lnTo>
                  <a:pt x="1104" y="1780"/>
                </a:lnTo>
                <a:lnTo>
                  <a:pt x="533" y="1452"/>
                </a:lnTo>
                <a:cubicBezTo>
                  <a:pt x="407" y="1380"/>
                  <a:pt x="246" y="1423"/>
                  <a:pt x="174" y="1549"/>
                </a:cubicBezTo>
                <a:cubicBezTo>
                  <a:pt x="102" y="1675"/>
                  <a:pt x="146" y="1835"/>
                  <a:pt x="271" y="1907"/>
                </a:cubicBezTo>
                <a:lnTo>
                  <a:pt x="841" y="2235"/>
                </a:lnTo>
                <a:lnTo>
                  <a:pt x="223" y="2400"/>
                </a:lnTo>
                <a:cubicBezTo>
                  <a:pt x="83" y="2438"/>
                  <a:pt x="0" y="2582"/>
                  <a:pt x="37" y="2722"/>
                </a:cubicBezTo>
                <a:cubicBezTo>
                  <a:pt x="69" y="2839"/>
                  <a:pt x="175" y="2917"/>
                  <a:pt x="290" y="2917"/>
                </a:cubicBezTo>
                <a:cubicBezTo>
                  <a:pt x="313" y="2917"/>
                  <a:pt x="336" y="2914"/>
                  <a:pt x="359" y="2908"/>
                </a:cubicBezTo>
                <a:lnTo>
                  <a:pt x="1487" y="2605"/>
                </a:lnTo>
                <a:lnTo>
                  <a:pt x="1915" y="2851"/>
                </a:lnTo>
                <a:lnTo>
                  <a:pt x="1915" y="3320"/>
                </a:lnTo>
                <a:lnTo>
                  <a:pt x="1482" y="3570"/>
                </a:lnTo>
                <a:lnTo>
                  <a:pt x="359" y="3269"/>
                </a:lnTo>
                <a:cubicBezTo>
                  <a:pt x="219" y="3232"/>
                  <a:pt x="75" y="3315"/>
                  <a:pt x="37" y="3455"/>
                </a:cubicBezTo>
                <a:cubicBezTo>
                  <a:pt x="0" y="3595"/>
                  <a:pt x="83" y="3739"/>
                  <a:pt x="223" y="3776"/>
                </a:cubicBezTo>
                <a:lnTo>
                  <a:pt x="839" y="3941"/>
                </a:lnTo>
                <a:lnTo>
                  <a:pt x="271" y="4269"/>
                </a:lnTo>
                <a:cubicBezTo>
                  <a:pt x="145" y="4342"/>
                  <a:pt x="102" y="4502"/>
                  <a:pt x="175" y="4628"/>
                </a:cubicBezTo>
                <a:cubicBezTo>
                  <a:pt x="223" y="4712"/>
                  <a:pt x="311" y="4759"/>
                  <a:pt x="402" y="4759"/>
                </a:cubicBezTo>
                <a:cubicBezTo>
                  <a:pt x="447" y="4759"/>
                  <a:pt x="492" y="4748"/>
                  <a:pt x="533" y="4724"/>
                </a:cubicBezTo>
                <a:lnTo>
                  <a:pt x="1105" y="4394"/>
                </a:lnTo>
                <a:lnTo>
                  <a:pt x="938" y="5015"/>
                </a:lnTo>
                <a:cubicBezTo>
                  <a:pt x="901" y="5155"/>
                  <a:pt x="984" y="5299"/>
                  <a:pt x="1124" y="5337"/>
                </a:cubicBezTo>
                <a:cubicBezTo>
                  <a:pt x="1147" y="5343"/>
                  <a:pt x="1169" y="5346"/>
                  <a:pt x="1192" y="5346"/>
                </a:cubicBezTo>
                <a:cubicBezTo>
                  <a:pt x="1308" y="5346"/>
                  <a:pt x="1414" y="5268"/>
                  <a:pt x="1445" y="5151"/>
                </a:cubicBezTo>
                <a:lnTo>
                  <a:pt x="1748" y="4023"/>
                </a:lnTo>
                <a:lnTo>
                  <a:pt x="2178" y="3775"/>
                </a:lnTo>
                <a:lnTo>
                  <a:pt x="2582" y="4008"/>
                </a:lnTo>
                <a:lnTo>
                  <a:pt x="2582" y="4515"/>
                </a:lnTo>
                <a:lnTo>
                  <a:pt x="1760" y="5338"/>
                </a:lnTo>
                <a:cubicBezTo>
                  <a:pt x="1657" y="5440"/>
                  <a:pt x="1657" y="5606"/>
                  <a:pt x="1760" y="5709"/>
                </a:cubicBezTo>
                <a:cubicBezTo>
                  <a:pt x="1811" y="5760"/>
                  <a:pt x="1878" y="5785"/>
                  <a:pt x="1945" y="5785"/>
                </a:cubicBezTo>
                <a:cubicBezTo>
                  <a:pt x="2012" y="5785"/>
                  <a:pt x="2080" y="5760"/>
                  <a:pt x="2131" y="5709"/>
                </a:cubicBezTo>
                <a:lnTo>
                  <a:pt x="2582" y="5258"/>
                </a:lnTo>
                <a:lnTo>
                  <a:pt x="2582" y="5914"/>
                </a:lnTo>
                <a:cubicBezTo>
                  <a:pt x="2582" y="6059"/>
                  <a:pt x="2700" y="6176"/>
                  <a:pt x="2845" y="6176"/>
                </a:cubicBezTo>
                <a:cubicBezTo>
                  <a:pt x="2990" y="6176"/>
                  <a:pt x="3107" y="6059"/>
                  <a:pt x="3107" y="5914"/>
                </a:cubicBezTo>
                <a:lnTo>
                  <a:pt x="3107" y="5254"/>
                </a:lnTo>
                <a:lnTo>
                  <a:pt x="3562" y="5709"/>
                </a:lnTo>
                <a:cubicBezTo>
                  <a:pt x="3613" y="5760"/>
                  <a:pt x="3680" y="5785"/>
                  <a:pt x="3747" y="5785"/>
                </a:cubicBezTo>
                <a:cubicBezTo>
                  <a:pt x="3815" y="5785"/>
                  <a:pt x="3882" y="5760"/>
                  <a:pt x="3933" y="5709"/>
                </a:cubicBezTo>
                <a:cubicBezTo>
                  <a:pt x="4035" y="5606"/>
                  <a:pt x="4035" y="5440"/>
                  <a:pt x="3933" y="5338"/>
                </a:cubicBezTo>
                <a:lnTo>
                  <a:pt x="3107" y="4512"/>
                </a:lnTo>
                <a:lnTo>
                  <a:pt x="3107" y="4010"/>
                </a:lnTo>
                <a:lnTo>
                  <a:pt x="3515" y="3775"/>
                </a:lnTo>
                <a:lnTo>
                  <a:pt x="3945" y="4023"/>
                </a:lnTo>
                <a:lnTo>
                  <a:pt x="4247" y="5151"/>
                </a:lnTo>
                <a:cubicBezTo>
                  <a:pt x="4279" y="5268"/>
                  <a:pt x="4385" y="5346"/>
                  <a:pt x="4501" y="5346"/>
                </a:cubicBezTo>
                <a:cubicBezTo>
                  <a:pt x="4523" y="5346"/>
                  <a:pt x="4546" y="5343"/>
                  <a:pt x="4569" y="5337"/>
                </a:cubicBezTo>
                <a:cubicBezTo>
                  <a:pt x="4709" y="5299"/>
                  <a:pt x="4792" y="5155"/>
                  <a:pt x="4754" y="5015"/>
                </a:cubicBezTo>
                <a:lnTo>
                  <a:pt x="4588" y="4394"/>
                </a:lnTo>
                <a:lnTo>
                  <a:pt x="5159" y="4724"/>
                </a:lnTo>
                <a:cubicBezTo>
                  <a:pt x="5201" y="4748"/>
                  <a:pt x="5246" y="4759"/>
                  <a:pt x="5290" y="4759"/>
                </a:cubicBezTo>
                <a:cubicBezTo>
                  <a:pt x="5381" y="4759"/>
                  <a:pt x="5469" y="4712"/>
                  <a:pt x="5518" y="4628"/>
                </a:cubicBezTo>
                <a:cubicBezTo>
                  <a:pt x="5590" y="4502"/>
                  <a:pt x="5547" y="4342"/>
                  <a:pt x="5422" y="4269"/>
                </a:cubicBezTo>
                <a:lnTo>
                  <a:pt x="4853" y="3941"/>
                </a:lnTo>
                <a:lnTo>
                  <a:pt x="5470" y="3776"/>
                </a:lnTo>
                <a:cubicBezTo>
                  <a:pt x="5610" y="3739"/>
                  <a:pt x="5693" y="3595"/>
                  <a:pt x="5655" y="3455"/>
                </a:cubicBezTo>
                <a:cubicBezTo>
                  <a:pt x="5618" y="3315"/>
                  <a:pt x="5474" y="3232"/>
                  <a:pt x="5334" y="3269"/>
                </a:cubicBezTo>
                <a:close/>
                <a:moveTo>
                  <a:pt x="3252" y="3320"/>
                </a:moveTo>
                <a:lnTo>
                  <a:pt x="2846" y="3555"/>
                </a:lnTo>
                <a:lnTo>
                  <a:pt x="2440" y="3320"/>
                </a:lnTo>
                <a:lnTo>
                  <a:pt x="2440" y="2850"/>
                </a:lnTo>
                <a:lnTo>
                  <a:pt x="2846" y="2616"/>
                </a:lnTo>
                <a:lnTo>
                  <a:pt x="3252" y="2851"/>
                </a:lnTo>
                <a:lnTo>
                  <a:pt x="3252" y="33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33" name="图形 632">
            <a:extLst>
              <a:ext uri="{FF2B5EF4-FFF2-40B4-BE49-F238E27FC236}">
                <a16:creationId xmlns:a16="http://schemas.microsoft.com/office/drawing/2014/main" id="{BB53973E-1919-28C0-DF38-42C69B95FF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9"/>
              </a:ext>
            </a:extLst>
          </a:blip>
          <a:stretch>
            <a:fillRect/>
          </a:stretch>
        </p:blipFill>
        <p:spPr>
          <a:xfrm>
            <a:off x="946796" y="5143239"/>
            <a:ext cx="1086829" cy="611341"/>
          </a:xfrm>
          <a:prstGeom prst="rect">
            <a:avLst/>
          </a:prstGeom>
        </p:spPr>
      </p:pic>
      <p:sp>
        <p:nvSpPr>
          <p:cNvPr id="625" name="任意多边形: 形状 624">
            <a:extLst>
              <a:ext uri="{FF2B5EF4-FFF2-40B4-BE49-F238E27FC236}">
                <a16:creationId xmlns:a16="http://schemas.microsoft.com/office/drawing/2014/main" id="{CB7EE92E-BB7B-B512-3280-BBBF2C7B6ABC}"/>
              </a:ext>
            </a:extLst>
          </p:cNvPr>
          <p:cNvSpPr/>
          <p:nvPr/>
        </p:nvSpPr>
        <p:spPr>
          <a:xfrm>
            <a:off x="1093188" y="1389877"/>
            <a:ext cx="341986" cy="290191"/>
          </a:xfrm>
          <a:custGeom>
            <a:avLst/>
            <a:gdLst>
              <a:gd name="T0" fmla="*/ 3379 w 14571"/>
              <a:gd name="T1" fmla="*/ 12594 h 12594"/>
              <a:gd name="T2" fmla="*/ 3631 w 14571"/>
              <a:gd name="T3" fmla="*/ 8903 h 12594"/>
              <a:gd name="T4" fmla="*/ 4523 w 14571"/>
              <a:gd name="T5" fmla="*/ 6850 h 12594"/>
              <a:gd name="T6" fmla="*/ 4857 w 14571"/>
              <a:gd name="T7" fmla="*/ 8701 h 12594"/>
              <a:gd name="T8" fmla="*/ 5876 w 14571"/>
              <a:gd name="T9" fmla="*/ 5202 h 12594"/>
              <a:gd name="T10" fmla="*/ 7765 w 14571"/>
              <a:gd name="T11" fmla="*/ 12594 h 12594"/>
              <a:gd name="T12" fmla="*/ 8570 w 14571"/>
              <a:gd name="T13" fmla="*/ 2349 h 12594"/>
              <a:gd name="T14" fmla="*/ 8323 w 14571"/>
              <a:gd name="T15" fmla="*/ 4627 h 12594"/>
              <a:gd name="T16" fmla="*/ 4802 w 14571"/>
              <a:gd name="T17" fmla="*/ 0 h 12594"/>
              <a:gd name="T18" fmla="*/ 2404 w 14571"/>
              <a:gd name="T19" fmla="*/ 5766 h 12594"/>
              <a:gd name="T20" fmla="*/ 1889 w 14571"/>
              <a:gd name="T21" fmla="*/ 3674 h 12594"/>
              <a:gd name="T22" fmla="*/ 400 w 14571"/>
              <a:gd name="T23" fmla="*/ 7715 h 12594"/>
              <a:gd name="T24" fmla="*/ 3379 w 14571"/>
              <a:gd name="T25" fmla="*/ 12594 h 12594"/>
              <a:gd name="T26" fmla="*/ 3379 w 14571"/>
              <a:gd name="T27" fmla="*/ 12594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571" h="12594">
                <a:moveTo>
                  <a:pt x="3379" y="12594"/>
                </a:moveTo>
                <a:cubicBezTo>
                  <a:pt x="2535" y="10847"/>
                  <a:pt x="2984" y="9845"/>
                  <a:pt x="3631" y="8903"/>
                </a:cubicBezTo>
                <a:cubicBezTo>
                  <a:pt x="4337" y="7874"/>
                  <a:pt x="4523" y="6850"/>
                  <a:pt x="4523" y="6850"/>
                </a:cubicBezTo>
                <a:cubicBezTo>
                  <a:pt x="4523" y="6850"/>
                  <a:pt x="5076" y="7573"/>
                  <a:pt x="4857" y="8701"/>
                </a:cubicBezTo>
                <a:cubicBezTo>
                  <a:pt x="5837" y="7606"/>
                  <a:pt x="6023" y="5870"/>
                  <a:pt x="5876" y="5202"/>
                </a:cubicBezTo>
                <a:cubicBezTo>
                  <a:pt x="8099" y="6751"/>
                  <a:pt x="9046" y="10108"/>
                  <a:pt x="7765" y="12594"/>
                </a:cubicBezTo>
                <a:cubicBezTo>
                  <a:pt x="14571" y="8750"/>
                  <a:pt x="9457" y="3001"/>
                  <a:pt x="8570" y="2349"/>
                </a:cubicBezTo>
                <a:cubicBezTo>
                  <a:pt x="8865" y="3001"/>
                  <a:pt x="8920" y="4096"/>
                  <a:pt x="8323" y="4627"/>
                </a:cubicBezTo>
                <a:cubicBezTo>
                  <a:pt x="7310" y="788"/>
                  <a:pt x="4802" y="0"/>
                  <a:pt x="4802" y="0"/>
                </a:cubicBezTo>
                <a:cubicBezTo>
                  <a:pt x="5098" y="1982"/>
                  <a:pt x="3724" y="4145"/>
                  <a:pt x="2404" y="5766"/>
                </a:cubicBezTo>
                <a:cubicBezTo>
                  <a:pt x="2355" y="4977"/>
                  <a:pt x="2305" y="4430"/>
                  <a:pt x="1889" y="3674"/>
                </a:cubicBezTo>
                <a:cubicBezTo>
                  <a:pt x="1796" y="5109"/>
                  <a:pt x="696" y="6281"/>
                  <a:pt x="400" y="7715"/>
                </a:cubicBezTo>
                <a:cubicBezTo>
                  <a:pt x="0" y="9664"/>
                  <a:pt x="701" y="11088"/>
                  <a:pt x="3379" y="12594"/>
                </a:cubicBezTo>
                <a:close/>
                <a:moveTo>
                  <a:pt x="3379" y="12594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2F87BC1-992E-43D4-DE4C-ED70A54B91D5}"/>
              </a:ext>
            </a:extLst>
          </p:cNvPr>
          <p:cNvSpPr/>
          <p:nvPr/>
        </p:nvSpPr>
        <p:spPr>
          <a:xfrm>
            <a:off x="6214264" y="771753"/>
            <a:ext cx="1484984" cy="598019"/>
          </a:xfrm>
          <a:prstGeom prst="roundRect">
            <a:avLst>
              <a:gd name="adj" fmla="val 19440"/>
            </a:avLst>
          </a:prstGeom>
          <a:noFill/>
          <a:ln w="19050">
            <a:solidFill>
              <a:srgbClr val="126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126</Words>
  <Application>Microsoft Office PowerPoint</Application>
  <PresentationFormat>宽屏</PresentationFormat>
  <Paragraphs>58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WJ T</cp:lastModifiedBy>
  <cp:revision>9</cp:revision>
  <dcterms:created xsi:type="dcterms:W3CDTF">2026-04-04T13:15:19Z</dcterms:created>
  <dcterms:modified xsi:type="dcterms:W3CDTF">2026-04-06T11:50:34Z</dcterms:modified>
</cp:coreProperties>
</file>