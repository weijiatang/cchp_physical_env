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6FA1"/>
    <a:srgbClr val="010101"/>
    <a:srgbClr val="AEC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00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63" Type="http://schemas.openxmlformats.org/officeDocument/2006/relationships/image" Target="../media/image61.png"/><Relationship Id="rId84" Type="http://schemas.openxmlformats.org/officeDocument/2006/relationships/image" Target="../media/image82.png"/><Relationship Id="rId138" Type="http://schemas.openxmlformats.org/officeDocument/2006/relationships/image" Target="../media/image136.png"/><Relationship Id="rId159" Type="http://schemas.openxmlformats.org/officeDocument/2006/relationships/image" Target="../media/image157.png"/><Relationship Id="rId170" Type="http://schemas.openxmlformats.org/officeDocument/2006/relationships/image" Target="../media/image168.pn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53" Type="http://schemas.openxmlformats.org/officeDocument/2006/relationships/image" Target="../media/image51.png"/><Relationship Id="rId74" Type="http://schemas.openxmlformats.org/officeDocument/2006/relationships/image" Target="../media/image72.png"/><Relationship Id="rId128" Type="http://schemas.openxmlformats.org/officeDocument/2006/relationships/image" Target="../media/image126.pn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22" Type="http://schemas.openxmlformats.org/officeDocument/2006/relationships/image" Target="../media/image20.png"/><Relationship Id="rId43" Type="http://schemas.openxmlformats.org/officeDocument/2006/relationships/image" Target="../media/image41.png"/><Relationship Id="rId64" Type="http://schemas.openxmlformats.org/officeDocument/2006/relationships/image" Target="../media/image62.png"/><Relationship Id="rId118" Type="http://schemas.openxmlformats.org/officeDocument/2006/relationships/image" Target="../media/image116.pn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71" Type="http://schemas.openxmlformats.org/officeDocument/2006/relationships/image" Target="../media/image169.png"/><Relationship Id="rId12" Type="http://schemas.openxmlformats.org/officeDocument/2006/relationships/image" Target="../media/image10.png"/><Relationship Id="rId33" Type="http://schemas.openxmlformats.org/officeDocument/2006/relationships/image" Target="../media/image31.png"/><Relationship Id="rId108" Type="http://schemas.openxmlformats.org/officeDocument/2006/relationships/image" Target="../media/image106.png"/><Relationship Id="rId129" Type="http://schemas.openxmlformats.org/officeDocument/2006/relationships/image" Target="../media/image127.png"/><Relationship Id="rId54" Type="http://schemas.openxmlformats.org/officeDocument/2006/relationships/image" Target="../media/image52.png"/><Relationship Id="rId75" Type="http://schemas.openxmlformats.org/officeDocument/2006/relationships/image" Target="../media/image73.png"/><Relationship Id="rId96" Type="http://schemas.openxmlformats.org/officeDocument/2006/relationships/image" Target="../media/image94.png"/><Relationship Id="rId140" Type="http://schemas.openxmlformats.org/officeDocument/2006/relationships/image" Target="../media/image138.png"/><Relationship Id="rId161" Type="http://schemas.openxmlformats.org/officeDocument/2006/relationships/image" Target="../media/image159.png"/><Relationship Id="rId6" Type="http://schemas.openxmlformats.org/officeDocument/2006/relationships/image" Target="../media/image4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49" Type="http://schemas.openxmlformats.org/officeDocument/2006/relationships/image" Target="../media/image47.png"/><Relationship Id="rId114" Type="http://schemas.openxmlformats.org/officeDocument/2006/relationships/image" Target="../media/image112.png"/><Relationship Id="rId119" Type="http://schemas.openxmlformats.org/officeDocument/2006/relationships/image" Target="../media/image117.png"/><Relationship Id="rId44" Type="http://schemas.openxmlformats.org/officeDocument/2006/relationships/image" Target="../media/image42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81" Type="http://schemas.openxmlformats.org/officeDocument/2006/relationships/image" Target="../media/image79.png"/><Relationship Id="rId86" Type="http://schemas.openxmlformats.org/officeDocument/2006/relationships/image" Target="../media/image84.png"/><Relationship Id="rId130" Type="http://schemas.openxmlformats.org/officeDocument/2006/relationships/image" Target="../media/image128.png"/><Relationship Id="rId135" Type="http://schemas.openxmlformats.org/officeDocument/2006/relationships/image" Target="../media/image133.png"/><Relationship Id="rId151" Type="http://schemas.openxmlformats.org/officeDocument/2006/relationships/image" Target="../media/image149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Relationship Id="rId172" Type="http://schemas.openxmlformats.org/officeDocument/2006/relationships/image" Target="../media/image170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109" Type="http://schemas.openxmlformats.org/officeDocument/2006/relationships/image" Target="../media/image10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104" Type="http://schemas.openxmlformats.org/officeDocument/2006/relationships/image" Target="../media/image102.png"/><Relationship Id="rId120" Type="http://schemas.openxmlformats.org/officeDocument/2006/relationships/image" Target="../media/image118.png"/><Relationship Id="rId125" Type="http://schemas.openxmlformats.org/officeDocument/2006/relationships/image" Target="../media/image123.png"/><Relationship Id="rId141" Type="http://schemas.openxmlformats.org/officeDocument/2006/relationships/image" Target="../media/image139.png"/><Relationship Id="rId146" Type="http://schemas.openxmlformats.org/officeDocument/2006/relationships/image" Target="../media/image144.png"/><Relationship Id="rId167" Type="http://schemas.openxmlformats.org/officeDocument/2006/relationships/image" Target="../media/image165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162" Type="http://schemas.openxmlformats.org/officeDocument/2006/relationships/image" Target="../media/image16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24" Type="http://schemas.openxmlformats.org/officeDocument/2006/relationships/image" Target="../media/image22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110" Type="http://schemas.openxmlformats.org/officeDocument/2006/relationships/image" Target="../media/image108.png"/><Relationship Id="rId115" Type="http://schemas.openxmlformats.org/officeDocument/2006/relationships/image" Target="../media/image113.png"/><Relationship Id="rId131" Type="http://schemas.openxmlformats.org/officeDocument/2006/relationships/image" Target="../media/image129.png"/><Relationship Id="rId136" Type="http://schemas.openxmlformats.org/officeDocument/2006/relationships/image" Target="../media/image134.png"/><Relationship Id="rId157" Type="http://schemas.openxmlformats.org/officeDocument/2006/relationships/image" Target="../media/image155.png"/><Relationship Id="rId178" Type="http://schemas.openxmlformats.org/officeDocument/2006/relationships/image" Target="../media/image176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52" Type="http://schemas.openxmlformats.org/officeDocument/2006/relationships/image" Target="../media/image150.png"/><Relationship Id="rId173" Type="http://schemas.openxmlformats.org/officeDocument/2006/relationships/image" Target="../media/image171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105" Type="http://schemas.openxmlformats.org/officeDocument/2006/relationships/image" Target="../media/image103.png"/><Relationship Id="rId126" Type="http://schemas.openxmlformats.org/officeDocument/2006/relationships/image" Target="../media/image124.png"/><Relationship Id="rId147" Type="http://schemas.openxmlformats.org/officeDocument/2006/relationships/image" Target="../media/image145.png"/><Relationship Id="rId168" Type="http://schemas.openxmlformats.org/officeDocument/2006/relationships/image" Target="../media/image16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98" Type="http://schemas.openxmlformats.org/officeDocument/2006/relationships/image" Target="../media/image96.png"/><Relationship Id="rId121" Type="http://schemas.openxmlformats.org/officeDocument/2006/relationships/image" Target="../media/image119.png"/><Relationship Id="rId142" Type="http://schemas.openxmlformats.org/officeDocument/2006/relationships/image" Target="../media/image140.png"/><Relationship Id="rId163" Type="http://schemas.openxmlformats.org/officeDocument/2006/relationships/image" Target="../media/image161.pn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png"/><Relationship Id="rId67" Type="http://schemas.openxmlformats.org/officeDocument/2006/relationships/image" Target="../media/image65.png"/><Relationship Id="rId116" Type="http://schemas.openxmlformats.org/officeDocument/2006/relationships/image" Target="../media/image114.pn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111" Type="http://schemas.openxmlformats.org/officeDocument/2006/relationships/image" Target="../media/image109.png"/><Relationship Id="rId132" Type="http://schemas.openxmlformats.org/officeDocument/2006/relationships/image" Target="../media/image130.png"/><Relationship Id="rId153" Type="http://schemas.openxmlformats.org/officeDocument/2006/relationships/image" Target="../media/image151.png"/><Relationship Id="rId174" Type="http://schemas.openxmlformats.org/officeDocument/2006/relationships/image" Target="../media/image172.png"/><Relationship Id="rId15" Type="http://schemas.openxmlformats.org/officeDocument/2006/relationships/image" Target="../media/image13.png"/><Relationship Id="rId36" Type="http://schemas.openxmlformats.org/officeDocument/2006/relationships/image" Target="../media/image34.png"/><Relationship Id="rId57" Type="http://schemas.openxmlformats.org/officeDocument/2006/relationships/image" Target="../media/image55.png"/><Relationship Id="rId106" Type="http://schemas.openxmlformats.org/officeDocument/2006/relationships/image" Target="../media/image104.png"/><Relationship Id="rId127" Type="http://schemas.openxmlformats.org/officeDocument/2006/relationships/image" Target="../media/image12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52" Type="http://schemas.openxmlformats.org/officeDocument/2006/relationships/image" Target="../media/image50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94" Type="http://schemas.openxmlformats.org/officeDocument/2006/relationships/image" Target="../media/image92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png"/><Relationship Id="rId143" Type="http://schemas.openxmlformats.org/officeDocument/2006/relationships/image" Target="../media/image141.png"/><Relationship Id="rId148" Type="http://schemas.openxmlformats.org/officeDocument/2006/relationships/image" Target="../media/image146.png"/><Relationship Id="rId164" Type="http://schemas.openxmlformats.org/officeDocument/2006/relationships/image" Target="../media/image162.png"/><Relationship Id="rId169" Type="http://schemas.openxmlformats.org/officeDocument/2006/relationships/image" Target="../media/image16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26" Type="http://schemas.openxmlformats.org/officeDocument/2006/relationships/image" Target="../media/image24.png"/><Relationship Id="rId47" Type="http://schemas.openxmlformats.org/officeDocument/2006/relationships/image" Target="../media/image45.png"/><Relationship Id="rId68" Type="http://schemas.openxmlformats.org/officeDocument/2006/relationships/image" Target="../media/image66.png"/><Relationship Id="rId89" Type="http://schemas.openxmlformats.org/officeDocument/2006/relationships/image" Target="../media/image87.png"/><Relationship Id="rId112" Type="http://schemas.openxmlformats.org/officeDocument/2006/relationships/image" Target="../media/image110.pn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16" Type="http://schemas.openxmlformats.org/officeDocument/2006/relationships/image" Target="../media/image14.png"/><Relationship Id="rId37" Type="http://schemas.openxmlformats.org/officeDocument/2006/relationships/image" Target="../media/image35.png"/><Relationship Id="rId58" Type="http://schemas.openxmlformats.org/officeDocument/2006/relationships/image" Target="../media/image56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123" Type="http://schemas.openxmlformats.org/officeDocument/2006/relationships/image" Target="../media/image121.png"/><Relationship Id="rId144" Type="http://schemas.openxmlformats.org/officeDocument/2006/relationships/image" Target="../media/image142.png"/><Relationship Id="rId90" Type="http://schemas.openxmlformats.org/officeDocument/2006/relationships/image" Target="../media/image88.png"/><Relationship Id="rId165" Type="http://schemas.openxmlformats.org/officeDocument/2006/relationships/image" Target="../media/image163.png"/><Relationship Id="rId27" Type="http://schemas.openxmlformats.org/officeDocument/2006/relationships/image" Target="../media/image25.png"/><Relationship Id="rId48" Type="http://schemas.openxmlformats.org/officeDocument/2006/relationships/image" Target="../media/image46.pn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png"/><Relationship Id="rId80" Type="http://schemas.openxmlformats.org/officeDocument/2006/relationships/image" Target="../media/image78.png"/><Relationship Id="rId155" Type="http://schemas.openxmlformats.org/officeDocument/2006/relationships/image" Target="../media/image153.png"/><Relationship Id="rId176" Type="http://schemas.openxmlformats.org/officeDocument/2006/relationships/image" Target="../media/image174.png"/><Relationship Id="rId17" Type="http://schemas.openxmlformats.org/officeDocument/2006/relationships/image" Target="../media/image15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png"/><Relationship Id="rId70" Type="http://schemas.openxmlformats.org/officeDocument/2006/relationships/image" Target="../media/image68.pn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138" y="522122"/>
            <a:ext cx="26518" cy="1737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373" y="531266"/>
            <a:ext cx="35662" cy="2651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" y="541325"/>
            <a:ext cx="3092501" cy="175473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759" y="2264969"/>
            <a:ext cx="26518" cy="2651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6859" y="542239"/>
            <a:ext cx="266090" cy="230337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674" y="2713025"/>
            <a:ext cx="26518" cy="17739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1860" y="2776118"/>
            <a:ext cx="26518" cy="28620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561" y="2830982"/>
            <a:ext cx="3322930" cy="301203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" y="2275027"/>
            <a:ext cx="17374" cy="57607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6432" y="3298241"/>
            <a:ext cx="26518" cy="5303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1860" y="5618988"/>
            <a:ext cx="26518" cy="3566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3138" y="5849417"/>
            <a:ext cx="26518" cy="1737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57346" y="3358591"/>
            <a:ext cx="26518" cy="438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49026" y="4644238"/>
            <a:ext cx="35662" cy="26518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19258" y="4650638"/>
            <a:ext cx="26518" cy="1737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54996" y="5501030"/>
            <a:ext cx="35662" cy="35662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26473" y="5500116"/>
            <a:ext cx="53035" cy="35662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30107" y="5453482"/>
            <a:ext cx="35662" cy="26518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10928" y="5167274"/>
            <a:ext cx="26518" cy="26518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24621" y="5211166"/>
            <a:ext cx="336499" cy="26518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51699" y="5210251"/>
            <a:ext cx="726948" cy="26518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07224" y="1277417"/>
            <a:ext cx="619963" cy="88697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10928" y="4649724"/>
            <a:ext cx="79553" cy="531266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89850" y="1349654"/>
            <a:ext cx="2241194" cy="387157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86823" y="3333902"/>
            <a:ext cx="43891" cy="35662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73107" y="4568342"/>
            <a:ext cx="26518" cy="97841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09814" y="1276502"/>
            <a:ext cx="1683410" cy="3393338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09814" y="1265530"/>
            <a:ext cx="239573" cy="26518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58714" y="1787652"/>
            <a:ext cx="912571" cy="1071677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57800" y="3978554"/>
            <a:ext cx="97841" cy="17374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54826" y="1865376"/>
            <a:ext cx="912571" cy="1001268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69557" y="2833726"/>
            <a:ext cx="17374" cy="1169518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38267" y="3978554"/>
            <a:ext cx="1647749" cy="1027786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38267" y="2841041"/>
            <a:ext cx="17374" cy="1152144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157570" y="4987138"/>
            <a:ext cx="17374" cy="97841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048195" y="3299155"/>
            <a:ext cx="17374" cy="10607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969557" y="3978554"/>
            <a:ext cx="97841" cy="17374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048195" y="3385109"/>
            <a:ext cx="26518" cy="17374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233818" y="3218688"/>
            <a:ext cx="17374" cy="71323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911803" y="2932481"/>
            <a:ext cx="912571" cy="842162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3502" y="526694"/>
            <a:ext cx="3109874" cy="1762963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215945" y="535838"/>
            <a:ext cx="266090" cy="2303374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46304" y="545897"/>
            <a:ext cx="3322930" cy="5289804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114386" y="1266444"/>
            <a:ext cx="1709928" cy="3393338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11796" y="1270102"/>
            <a:ext cx="833018" cy="88697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494422" y="1281074"/>
            <a:ext cx="2295144" cy="3933749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79792" y="1346911"/>
            <a:ext cx="2259482" cy="3889858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262372" y="1791310"/>
            <a:ext cx="1798625" cy="1063447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341925" y="1869948"/>
            <a:ext cx="1639519" cy="3127248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095890" y="2245766"/>
            <a:ext cx="1984248" cy="2418588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35331" y="2269541"/>
            <a:ext cx="17374" cy="619963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461004" y="2708453"/>
            <a:ext cx="17374" cy="638251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33502" y="2717597"/>
            <a:ext cx="3340303" cy="3145536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974129" y="2830068"/>
            <a:ext cx="88697" cy="1169518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262372" y="2839212"/>
            <a:ext cx="88697" cy="1152144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461004" y="2918765"/>
            <a:ext cx="1789481" cy="868680"/>
          </a:xfrm>
          <a:prstGeom prst="rect">
            <a:avLst/>
          </a:prstGeom>
        </p:spPr>
      </p:pic>
      <p:pic>
        <p:nvPicPr>
          <p:cNvPr id="67" name="Image 65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052767" y="3223260"/>
            <a:ext cx="425196" cy="256946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791395" y="3291840"/>
            <a:ext cx="309982" cy="115214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455518" y="3363163"/>
            <a:ext cx="26518" cy="2286000"/>
          </a:xfrm>
          <a:prstGeom prst="rect">
            <a:avLst/>
          </a:prstGeom>
        </p:spPr>
      </p:pic>
      <p:pic>
        <p:nvPicPr>
          <p:cNvPr id="70" name="Image 68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052767" y="3389681"/>
            <a:ext cx="17374" cy="17374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262372" y="3983126"/>
            <a:ext cx="1798625" cy="1099109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723583" y="4436669"/>
            <a:ext cx="1727302" cy="1585570"/>
          </a:xfrm>
          <a:prstGeom prst="rect">
            <a:avLst/>
          </a:prstGeom>
        </p:spPr>
      </p:pic>
      <p:pic>
        <p:nvPicPr>
          <p:cNvPr id="73" name="Image 71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9715500" y="4572914"/>
            <a:ext cx="79553" cy="611734"/>
          </a:xfrm>
          <a:prstGeom prst="rect">
            <a:avLst/>
          </a:prstGeom>
        </p:spPr>
      </p:pic>
      <p:pic>
        <p:nvPicPr>
          <p:cNvPr id="75" name="Image 73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0259568" y="4655210"/>
            <a:ext cx="336499" cy="876910"/>
          </a:xfrm>
          <a:prstGeom prst="rect">
            <a:avLst/>
          </a:prstGeom>
        </p:spPr>
      </p:pic>
      <p:pic>
        <p:nvPicPr>
          <p:cNvPr id="76" name="Image 74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656271" y="5213909"/>
            <a:ext cx="717804" cy="17374"/>
          </a:xfrm>
          <a:prstGeom prst="rect">
            <a:avLst/>
          </a:prstGeom>
        </p:spPr>
      </p:pic>
      <p:pic>
        <p:nvPicPr>
          <p:cNvPr id="77" name="Image 75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711489" y="5216652"/>
            <a:ext cx="239573" cy="17374"/>
          </a:xfrm>
          <a:prstGeom prst="rect">
            <a:avLst/>
          </a:prstGeom>
        </p:spPr>
      </p:pic>
      <p:pic>
        <p:nvPicPr>
          <p:cNvPr id="78" name="Image 76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619134" y="5214823"/>
            <a:ext cx="43891" cy="266090"/>
          </a:xfrm>
          <a:prstGeom prst="rect">
            <a:avLst/>
          </a:prstGeom>
        </p:spPr>
      </p:pic>
      <p:pic>
        <p:nvPicPr>
          <p:cNvPr id="79" name="Image 77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634679" y="5458054"/>
            <a:ext cx="1647749" cy="79553"/>
          </a:xfrm>
          <a:prstGeom prst="rect">
            <a:avLst/>
          </a:prstGeom>
        </p:spPr>
      </p:pic>
      <p:pic>
        <p:nvPicPr>
          <p:cNvPr id="83" name="Image 81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65176" y="922630"/>
            <a:ext cx="1807769" cy="1559052"/>
          </a:xfrm>
          <a:prstGeom prst="rect">
            <a:avLst/>
          </a:prstGeom>
        </p:spPr>
      </p:pic>
      <p:pic>
        <p:nvPicPr>
          <p:cNvPr id="84" name="Image 82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055571" y="1710842"/>
            <a:ext cx="17374" cy="35662"/>
          </a:xfrm>
          <a:prstGeom prst="rect">
            <a:avLst/>
          </a:prstGeom>
        </p:spPr>
      </p:pic>
      <p:pic>
        <p:nvPicPr>
          <p:cNvPr id="85" name="Image 83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66090" y="2569464"/>
            <a:ext cx="1815998" cy="1834286"/>
          </a:xfrm>
          <a:prstGeom prst="rect">
            <a:avLst/>
          </a:prstGeom>
        </p:spPr>
      </p:pic>
      <p:pic>
        <p:nvPicPr>
          <p:cNvPr id="86" name="Image 84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900123" y="2580437"/>
            <a:ext cx="168250" cy="1497787"/>
          </a:xfrm>
          <a:prstGeom prst="rect">
            <a:avLst/>
          </a:prstGeom>
        </p:spPr>
      </p:pic>
      <p:pic>
        <p:nvPicPr>
          <p:cNvPr id="87" name="Image 85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853489" y="4510735"/>
            <a:ext cx="230429" cy="1205179"/>
          </a:xfrm>
          <a:prstGeom prst="rect">
            <a:avLst/>
          </a:prstGeom>
        </p:spPr>
      </p:pic>
      <p:pic>
        <p:nvPicPr>
          <p:cNvPr id="88" name="Image 86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660550" y="4497934"/>
            <a:ext cx="35662" cy="17374"/>
          </a:xfrm>
          <a:prstGeom prst="rect">
            <a:avLst/>
          </a:prstGeom>
        </p:spPr>
      </p:pic>
      <p:pic>
        <p:nvPicPr>
          <p:cNvPr id="89" name="Image 87" descr="preencoded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5176" y="4501591"/>
            <a:ext cx="1674266" cy="1222553"/>
          </a:xfrm>
          <a:prstGeom prst="rect">
            <a:avLst/>
          </a:prstGeom>
        </p:spPr>
      </p:pic>
      <p:pic>
        <p:nvPicPr>
          <p:cNvPr id="90" name="Image 88" descr="preencoded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378086" y="4587545"/>
            <a:ext cx="17374" cy="35662"/>
          </a:xfrm>
          <a:prstGeom prst="rect">
            <a:avLst/>
          </a:prstGeom>
        </p:spPr>
      </p:pic>
      <p:pic>
        <p:nvPicPr>
          <p:cNvPr id="91" name="Image 89" descr="preencoded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8365846" y="1922983"/>
            <a:ext cx="17374" cy="35662"/>
          </a:xfrm>
          <a:prstGeom prst="rect">
            <a:avLst/>
          </a:prstGeom>
        </p:spPr>
      </p:pic>
      <p:pic>
        <p:nvPicPr>
          <p:cNvPr id="92" name="Image 90" descr="preencoded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8300923" y="2143354"/>
            <a:ext cx="35662" cy="26518"/>
          </a:xfrm>
          <a:prstGeom prst="rect">
            <a:avLst/>
          </a:prstGeom>
        </p:spPr>
      </p:pic>
      <p:pic>
        <p:nvPicPr>
          <p:cNvPr id="93" name="Image 91" descr="preencoded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7820863" y="2877617"/>
            <a:ext cx="17374" cy="35662"/>
          </a:xfrm>
          <a:prstGeom prst="rect">
            <a:avLst/>
          </a:prstGeom>
        </p:spPr>
      </p:pic>
      <p:pic>
        <p:nvPicPr>
          <p:cNvPr id="94" name="Image 92" descr="preencoded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821778" y="2772461"/>
            <a:ext cx="17374" cy="35662"/>
          </a:xfrm>
          <a:prstGeom prst="rect">
            <a:avLst/>
          </a:prstGeom>
        </p:spPr>
      </p:pic>
      <p:pic>
        <p:nvPicPr>
          <p:cNvPr id="95" name="Image 93" descr="preencoded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856525" y="4613148"/>
            <a:ext cx="17374" cy="26518"/>
          </a:xfrm>
          <a:prstGeom prst="rect">
            <a:avLst/>
          </a:prstGeom>
        </p:spPr>
      </p:pic>
      <p:pic>
        <p:nvPicPr>
          <p:cNvPr id="96" name="Image 94" descr="preencoded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8193024" y="4777740"/>
            <a:ext cx="35662" cy="26518"/>
          </a:xfrm>
          <a:prstGeom prst="rect">
            <a:avLst/>
          </a:prstGeom>
        </p:spPr>
      </p:pic>
      <p:pic>
        <p:nvPicPr>
          <p:cNvPr id="97" name="Image 95" descr="preencoded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000086" y="4752137"/>
            <a:ext cx="26518" cy="17374"/>
          </a:xfrm>
          <a:prstGeom prst="rect">
            <a:avLst/>
          </a:prstGeom>
        </p:spPr>
      </p:pic>
      <p:pic>
        <p:nvPicPr>
          <p:cNvPr id="98" name="Image 96" descr="preencoded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718804" y="3875227"/>
            <a:ext cx="26518" cy="35662"/>
          </a:xfrm>
          <a:prstGeom prst="rect">
            <a:avLst/>
          </a:prstGeom>
        </p:spPr>
      </p:pic>
      <p:pic>
        <p:nvPicPr>
          <p:cNvPr id="99" name="Image 97" descr="preencoded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656625" y="3876142"/>
            <a:ext cx="26518" cy="35662"/>
          </a:xfrm>
          <a:prstGeom prst="rect">
            <a:avLst/>
          </a:prstGeom>
        </p:spPr>
      </p:pic>
      <p:pic>
        <p:nvPicPr>
          <p:cNvPr id="100" name="Image 98" descr="preencoded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359445" y="3801161"/>
            <a:ext cx="17374" cy="35662"/>
          </a:xfrm>
          <a:prstGeom prst="rect">
            <a:avLst/>
          </a:prstGeom>
        </p:spPr>
      </p:pic>
      <p:pic>
        <p:nvPicPr>
          <p:cNvPr id="101" name="Image 99" descr="preencoded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8360359" y="3955694"/>
            <a:ext cx="17374" cy="35662"/>
          </a:xfrm>
          <a:prstGeom prst="rect">
            <a:avLst/>
          </a:prstGeom>
        </p:spPr>
      </p:pic>
      <p:pic>
        <p:nvPicPr>
          <p:cNvPr id="102" name="Image 100" descr="preencoded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904427" y="3263494"/>
            <a:ext cx="17374" cy="35662"/>
          </a:xfrm>
          <a:prstGeom prst="rect">
            <a:avLst/>
          </a:prstGeom>
        </p:spPr>
      </p:pic>
      <p:pic>
        <p:nvPicPr>
          <p:cNvPr id="103" name="Image 101" descr="preencoded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5422392" y="2896819"/>
            <a:ext cx="1479499" cy="1018642"/>
          </a:xfrm>
          <a:prstGeom prst="rect">
            <a:avLst/>
          </a:prstGeom>
        </p:spPr>
      </p:pic>
      <p:pic>
        <p:nvPicPr>
          <p:cNvPr id="104" name="Image 102" descr="preencoded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255118" y="907085"/>
            <a:ext cx="1815998" cy="1577340"/>
          </a:xfrm>
          <a:prstGeom prst="rect">
            <a:avLst/>
          </a:prstGeom>
        </p:spPr>
      </p:pic>
      <p:pic>
        <p:nvPicPr>
          <p:cNvPr id="105" name="Image 103" descr="preencoded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542678" y="1334110"/>
            <a:ext cx="177394" cy="247802"/>
          </a:xfrm>
          <a:prstGeom prst="rect">
            <a:avLst/>
          </a:prstGeom>
        </p:spPr>
      </p:pic>
      <p:pic>
        <p:nvPicPr>
          <p:cNvPr id="106" name="Image 104" descr="preencoded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8257946" y="1517904"/>
            <a:ext cx="106070" cy="203911"/>
          </a:xfrm>
          <a:prstGeom prst="rect">
            <a:avLst/>
          </a:prstGeom>
        </p:spPr>
      </p:pic>
      <p:pic>
        <p:nvPicPr>
          <p:cNvPr id="107" name="Image 105" descr="preencoded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138514" y="1586484"/>
            <a:ext cx="549554" cy="3039466"/>
          </a:xfrm>
          <a:prstGeom prst="rect">
            <a:avLst/>
          </a:prstGeom>
        </p:spPr>
      </p:pic>
      <p:pic>
        <p:nvPicPr>
          <p:cNvPr id="109" name="Image 107" descr="preencoded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8513978" y="1625803"/>
            <a:ext cx="1036930" cy="106070"/>
          </a:xfrm>
          <a:prstGeom prst="rect">
            <a:avLst/>
          </a:prstGeom>
        </p:spPr>
      </p:pic>
      <p:pic>
        <p:nvPicPr>
          <p:cNvPr id="110" name="Image 108" descr="preencoded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7929677" y="1709014"/>
            <a:ext cx="451714" cy="460858"/>
          </a:xfrm>
          <a:prstGeom prst="rect">
            <a:avLst/>
          </a:prstGeom>
        </p:spPr>
      </p:pic>
      <p:pic>
        <p:nvPicPr>
          <p:cNvPr id="111" name="Image 109" descr="preencoded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2059229" y="1712671"/>
            <a:ext cx="842162" cy="1125626"/>
          </a:xfrm>
          <a:prstGeom prst="rect">
            <a:avLst/>
          </a:prstGeom>
        </p:spPr>
      </p:pic>
      <p:pic>
        <p:nvPicPr>
          <p:cNvPr id="112" name="Image 110" descr="preencoded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8438083" y="1741018"/>
            <a:ext cx="124358" cy="194767"/>
          </a:xfrm>
          <a:prstGeom prst="rect">
            <a:avLst/>
          </a:prstGeom>
        </p:spPr>
      </p:pic>
      <p:pic>
        <p:nvPicPr>
          <p:cNvPr id="113" name="Image 111" descr="preencoded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877910" y="1818742"/>
            <a:ext cx="496519" cy="328270"/>
          </a:xfrm>
          <a:prstGeom prst="rect">
            <a:avLst/>
          </a:prstGeom>
        </p:spPr>
      </p:pic>
      <p:pic>
        <p:nvPicPr>
          <p:cNvPr id="114" name="Image 112" descr="preencoded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600493" y="1890979"/>
            <a:ext cx="319126" cy="106070"/>
          </a:xfrm>
          <a:prstGeom prst="rect">
            <a:avLst/>
          </a:prstGeom>
        </p:spPr>
      </p:pic>
      <p:pic>
        <p:nvPicPr>
          <p:cNvPr id="115" name="Image 113" descr="preencoded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370418" y="1927555"/>
            <a:ext cx="79553" cy="26518"/>
          </a:xfrm>
          <a:prstGeom prst="rect">
            <a:avLst/>
          </a:prstGeom>
        </p:spPr>
      </p:pic>
      <p:pic>
        <p:nvPicPr>
          <p:cNvPr id="116" name="Image 114" descr="preencoded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415991" y="1946758"/>
            <a:ext cx="1488643" cy="895198"/>
          </a:xfrm>
          <a:prstGeom prst="rect">
            <a:avLst/>
          </a:prstGeom>
        </p:spPr>
      </p:pic>
      <p:pic>
        <p:nvPicPr>
          <p:cNvPr id="117" name="Image 115" descr="preencoded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260690" y="2147011"/>
            <a:ext cx="106070" cy="451714"/>
          </a:xfrm>
          <a:prstGeom prst="rect">
            <a:avLst/>
          </a:prstGeom>
        </p:spPr>
      </p:pic>
      <p:pic>
        <p:nvPicPr>
          <p:cNvPr id="118" name="Image 116" descr="preencoded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10115093" y="2264969"/>
            <a:ext cx="1949501" cy="2383841"/>
          </a:xfrm>
          <a:prstGeom prst="rect">
            <a:avLst/>
          </a:prstGeom>
        </p:spPr>
      </p:pic>
      <p:pic>
        <p:nvPicPr>
          <p:cNvPr id="119" name="Image 117" descr="preencoded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8438083" y="2379269"/>
            <a:ext cx="672998" cy="328270"/>
          </a:xfrm>
          <a:prstGeom prst="rect">
            <a:avLst/>
          </a:prstGeom>
        </p:spPr>
      </p:pic>
      <p:pic>
        <p:nvPicPr>
          <p:cNvPr id="120" name="Image 118" descr="preencoded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255118" y="2566721"/>
            <a:ext cx="1815998" cy="1851660"/>
          </a:xfrm>
          <a:prstGeom prst="rect">
            <a:avLst/>
          </a:prstGeom>
        </p:spPr>
      </p:pic>
      <p:pic>
        <p:nvPicPr>
          <p:cNvPr id="121" name="Image 119" descr="preencoded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7825435" y="2602382"/>
            <a:ext cx="619963" cy="381305"/>
          </a:xfrm>
          <a:prstGeom prst="rect">
            <a:avLst/>
          </a:prstGeom>
        </p:spPr>
      </p:pic>
      <p:pic>
        <p:nvPicPr>
          <p:cNvPr id="122" name="Image 120" descr="preencoded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8453628" y="2738628"/>
            <a:ext cx="1099109" cy="1169518"/>
          </a:xfrm>
          <a:prstGeom prst="rect">
            <a:avLst/>
          </a:prstGeom>
        </p:spPr>
      </p:pic>
      <p:pic>
        <p:nvPicPr>
          <p:cNvPr id="123" name="Image 121" descr="preencoded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7601407" y="2776118"/>
            <a:ext cx="266090" cy="1869948"/>
          </a:xfrm>
          <a:prstGeom prst="rect">
            <a:avLst/>
          </a:prstGeom>
        </p:spPr>
      </p:pic>
      <p:pic>
        <p:nvPicPr>
          <p:cNvPr id="124" name="Image 122" descr="preencoded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2300630" y="2834640"/>
            <a:ext cx="1080821" cy="1036930"/>
          </a:xfrm>
          <a:prstGeom prst="rect">
            <a:avLst/>
          </a:prstGeom>
        </p:spPr>
      </p:pic>
      <p:pic>
        <p:nvPicPr>
          <p:cNvPr id="125" name="Image 123" descr="preencoded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8438998" y="2880360"/>
            <a:ext cx="478231" cy="319126"/>
          </a:xfrm>
          <a:prstGeom prst="rect">
            <a:avLst/>
          </a:prstGeom>
        </p:spPr>
      </p:pic>
      <p:pic>
        <p:nvPicPr>
          <p:cNvPr id="126" name="Image 124" descr="preencoded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7691933" y="2882189"/>
            <a:ext cx="203911" cy="1071677"/>
          </a:xfrm>
          <a:prstGeom prst="rect">
            <a:avLst/>
          </a:prstGeom>
        </p:spPr>
      </p:pic>
      <p:pic>
        <p:nvPicPr>
          <p:cNvPr id="127" name="Image 125" descr="preencoded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8907170" y="2892247"/>
            <a:ext cx="566928" cy="611734"/>
          </a:xfrm>
          <a:prstGeom prst="rect">
            <a:avLst/>
          </a:prstGeom>
        </p:spPr>
      </p:pic>
      <p:pic>
        <p:nvPicPr>
          <p:cNvPr id="128" name="Image 126" descr="preencoded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5416906" y="2899562"/>
            <a:ext cx="3499409" cy="1027786"/>
          </a:xfrm>
          <a:prstGeom prst="rect">
            <a:avLst/>
          </a:prstGeom>
        </p:spPr>
      </p:pic>
      <p:pic>
        <p:nvPicPr>
          <p:cNvPr id="129" name="Image 127" descr="preencoded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2061972" y="3290926"/>
            <a:ext cx="239573" cy="115214"/>
          </a:xfrm>
          <a:prstGeom prst="rect">
            <a:avLst/>
          </a:prstGeom>
        </p:spPr>
      </p:pic>
      <p:pic>
        <p:nvPicPr>
          <p:cNvPr id="130" name="Image 128" descr="preencoded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7896758" y="3399739"/>
            <a:ext cx="478231" cy="682142"/>
          </a:xfrm>
          <a:prstGeom prst="rect">
            <a:avLst/>
          </a:prstGeom>
        </p:spPr>
      </p:pic>
      <p:pic>
        <p:nvPicPr>
          <p:cNvPr id="131" name="Image 129" descr="preencoded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8364017" y="3803904"/>
            <a:ext cx="540410" cy="753466"/>
          </a:xfrm>
          <a:prstGeom prst="rect">
            <a:avLst/>
          </a:prstGeom>
        </p:spPr>
      </p:pic>
      <p:pic>
        <p:nvPicPr>
          <p:cNvPr id="132" name="Image 130" descr="preencoded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2061058" y="3869741"/>
            <a:ext cx="842162" cy="1196035"/>
          </a:xfrm>
          <a:prstGeom prst="rect">
            <a:avLst/>
          </a:prstGeom>
        </p:spPr>
      </p:pic>
      <p:pic>
        <p:nvPicPr>
          <p:cNvPr id="133" name="Image 131" descr="preencoded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8364017" y="3957523"/>
            <a:ext cx="549554" cy="726948"/>
          </a:xfrm>
          <a:prstGeom prst="rect">
            <a:avLst/>
          </a:prstGeom>
        </p:spPr>
      </p:pic>
      <p:pic>
        <p:nvPicPr>
          <p:cNvPr id="134" name="Image 132" descr="preencoded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5415991" y="3987698"/>
            <a:ext cx="1488643" cy="921715"/>
          </a:xfrm>
          <a:prstGeom prst="rect">
            <a:avLst/>
          </a:prstGeom>
        </p:spPr>
      </p:pic>
      <p:pic>
        <p:nvPicPr>
          <p:cNvPr id="135" name="Image 133" descr="preencoded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7861097" y="4390034"/>
            <a:ext cx="496519" cy="407822"/>
          </a:xfrm>
          <a:prstGeom prst="rect">
            <a:avLst/>
          </a:prstGeom>
        </p:spPr>
      </p:pic>
      <p:pic>
        <p:nvPicPr>
          <p:cNvPr id="136" name="Image 134" descr="preencoded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8914486" y="4401922"/>
            <a:ext cx="478231" cy="319126"/>
          </a:xfrm>
          <a:prstGeom prst="rect">
            <a:avLst/>
          </a:prstGeom>
        </p:spPr>
      </p:pic>
      <p:pic>
        <p:nvPicPr>
          <p:cNvPr id="137" name="Image 135" descr="preencoded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8358530" y="4438498"/>
            <a:ext cx="203911" cy="97841"/>
          </a:xfrm>
          <a:prstGeom prst="rect">
            <a:avLst/>
          </a:prstGeom>
        </p:spPr>
      </p:pic>
      <p:pic>
        <p:nvPicPr>
          <p:cNvPr id="138" name="Image 136" descr="preencoded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256032" y="4498848"/>
            <a:ext cx="1825142" cy="1231697"/>
          </a:xfrm>
          <a:prstGeom prst="rect">
            <a:avLst/>
          </a:prstGeom>
        </p:spPr>
      </p:pic>
      <p:pic>
        <p:nvPicPr>
          <p:cNvPr id="139" name="Image 137" descr="preencoded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8357616" y="4621378"/>
            <a:ext cx="203911" cy="106070"/>
          </a:xfrm>
          <a:prstGeom prst="rect">
            <a:avLst/>
          </a:prstGeom>
        </p:spPr>
      </p:pic>
      <p:pic>
        <p:nvPicPr>
          <p:cNvPr id="141" name="Image 139" descr="preencoded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6743700" y="5376672"/>
            <a:ext cx="1683410" cy="629107"/>
          </a:xfrm>
          <a:prstGeom prst="rect">
            <a:avLst/>
          </a:prstGeom>
        </p:spPr>
      </p:pic>
      <p:pic>
        <p:nvPicPr>
          <p:cNvPr id="143" name="Image 141" descr="preencoded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7914132" y="3666744"/>
            <a:ext cx="106070" cy="363017"/>
          </a:xfrm>
          <a:prstGeom prst="rect">
            <a:avLst/>
          </a:prstGeom>
        </p:spPr>
      </p:pic>
      <p:pic>
        <p:nvPicPr>
          <p:cNvPr id="144" name="Image 142" descr="preencoded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1247242" y="5020970"/>
            <a:ext cx="26518" cy="43891"/>
          </a:xfrm>
          <a:prstGeom prst="rect">
            <a:avLst/>
          </a:prstGeom>
        </p:spPr>
      </p:pic>
      <p:pic>
        <p:nvPicPr>
          <p:cNvPr id="145" name="Image 143" descr="preencoded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1695298" y="1210666"/>
            <a:ext cx="35662" cy="115214"/>
          </a:xfrm>
          <a:prstGeom prst="rect">
            <a:avLst/>
          </a:prstGeom>
        </p:spPr>
      </p:pic>
      <p:sp>
        <p:nvSpPr>
          <p:cNvPr id="146" name="Shape 0"/>
          <p:cNvSpPr/>
          <p:nvPr/>
        </p:nvSpPr>
        <p:spPr>
          <a:xfrm rot="-90000">
            <a:off x="1424635" y="1225296"/>
            <a:ext cx="24689" cy="53035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147" name="Image 144" descr="preencoded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553212" y="1247242"/>
            <a:ext cx="336499" cy="300838"/>
          </a:xfrm>
          <a:prstGeom prst="rect">
            <a:avLst/>
          </a:prstGeom>
        </p:spPr>
      </p:pic>
      <p:sp>
        <p:nvSpPr>
          <p:cNvPr id="148" name="Shape 1"/>
          <p:cNvSpPr/>
          <p:nvPr/>
        </p:nvSpPr>
        <p:spPr>
          <a:xfrm rot="-7998000">
            <a:off x="1330452" y="1270102"/>
            <a:ext cx="53950" cy="26518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149" name="Shape 2"/>
          <p:cNvSpPr/>
          <p:nvPr/>
        </p:nvSpPr>
        <p:spPr>
          <a:xfrm rot="-2772000">
            <a:off x="1487729" y="1272845"/>
            <a:ext cx="55778" cy="25603"/>
          </a:xfrm>
          <a:prstGeom prst="ellipse">
            <a:avLst/>
          </a:prstGeom>
          <a:solidFill>
            <a:srgbClr val="010101"/>
          </a:solidFill>
          <a:ln/>
        </p:spPr>
      </p:sp>
      <p:pic>
        <p:nvPicPr>
          <p:cNvPr id="150" name="Image 145" descr="preencoded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1359713" y="1285646"/>
            <a:ext cx="150876" cy="150876"/>
          </a:xfrm>
          <a:prstGeom prst="rect">
            <a:avLst/>
          </a:prstGeom>
        </p:spPr>
      </p:pic>
      <p:pic>
        <p:nvPicPr>
          <p:cNvPr id="151" name="Image 146" descr="preencoded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721462" y="1303020"/>
            <a:ext cx="79553" cy="159106"/>
          </a:xfrm>
          <a:prstGeom prst="rect">
            <a:avLst/>
          </a:prstGeom>
        </p:spPr>
      </p:pic>
      <p:pic>
        <p:nvPicPr>
          <p:cNvPr id="152" name="Image 147" descr="preencoded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1693469" y="1330452"/>
            <a:ext cx="43891" cy="43891"/>
          </a:xfrm>
          <a:prstGeom prst="rect">
            <a:avLst/>
          </a:prstGeom>
        </p:spPr>
      </p:pic>
      <p:pic>
        <p:nvPicPr>
          <p:cNvPr id="153" name="Image 148" descr="preencoded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9610344" y="1345997"/>
            <a:ext cx="43891" cy="43891"/>
          </a:xfrm>
          <a:prstGeom prst="rect">
            <a:avLst/>
          </a:prstGeom>
        </p:spPr>
      </p:pic>
      <p:sp>
        <p:nvSpPr>
          <p:cNvPr id="154" name="Shape 3"/>
          <p:cNvSpPr/>
          <p:nvPr/>
        </p:nvSpPr>
        <p:spPr>
          <a:xfrm rot="114000">
            <a:off x="1522476" y="1350569"/>
            <a:ext cx="51206" cy="24689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155" name="Image 149" descr="preencoded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1732788" y="1347826"/>
            <a:ext cx="115214" cy="79553"/>
          </a:xfrm>
          <a:prstGeom prst="rect">
            <a:avLst/>
          </a:prstGeom>
        </p:spPr>
      </p:pic>
      <p:sp>
        <p:nvSpPr>
          <p:cNvPr id="156" name="Shape 4"/>
          <p:cNvSpPr/>
          <p:nvPr/>
        </p:nvSpPr>
        <p:spPr>
          <a:xfrm rot="-66000">
            <a:off x="1300277" y="1350569"/>
            <a:ext cx="53035" cy="25603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157" name="Image 150" descr="preencoded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1590142" y="1361542"/>
            <a:ext cx="106070" cy="79553"/>
          </a:xfrm>
          <a:prstGeom prst="rect">
            <a:avLst/>
          </a:prstGeom>
        </p:spPr>
      </p:pic>
      <p:pic>
        <p:nvPicPr>
          <p:cNvPr id="158" name="Image 151" descr="preencoded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1692554" y="1378915"/>
            <a:ext cx="43891" cy="194767"/>
          </a:xfrm>
          <a:prstGeom prst="rect">
            <a:avLst/>
          </a:prstGeom>
        </p:spPr>
      </p:pic>
      <p:pic>
        <p:nvPicPr>
          <p:cNvPr id="159" name="Image 152" descr="preencoded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9606686" y="1393546"/>
            <a:ext cx="53035" cy="43891"/>
          </a:xfrm>
          <a:prstGeom prst="rect">
            <a:avLst/>
          </a:prstGeom>
        </p:spPr>
      </p:pic>
      <p:sp>
        <p:nvSpPr>
          <p:cNvPr id="160" name="Shape 5"/>
          <p:cNvSpPr/>
          <p:nvPr/>
        </p:nvSpPr>
        <p:spPr>
          <a:xfrm rot="-2940000">
            <a:off x="1331366" y="1431950"/>
            <a:ext cx="51206" cy="25603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161" name="Shape 6"/>
          <p:cNvSpPr/>
          <p:nvPr/>
        </p:nvSpPr>
        <p:spPr>
          <a:xfrm rot="-8160000">
            <a:off x="1489558" y="1431950"/>
            <a:ext cx="54864" cy="24689"/>
          </a:xfrm>
          <a:prstGeom prst="ellipse">
            <a:avLst/>
          </a:prstGeom>
          <a:solidFill>
            <a:srgbClr val="010101"/>
          </a:solidFill>
          <a:ln/>
        </p:spPr>
      </p:sp>
      <p:pic>
        <p:nvPicPr>
          <p:cNvPr id="162" name="Image 153" descr="preencoded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9600286" y="1436522"/>
            <a:ext cx="62179" cy="35662"/>
          </a:xfrm>
          <a:prstGeom prst="rect">
            <a:avLst/>
          </a:prstGeom>
        </p:spPr>
      </p:pic>
      <p:sp>
        <p:nvSpPr>
          <p:cNvPr id="163" name="Shape 7"/>
          <p:cNvSpPr/>
          <p:nvPr/>
        </p:nvSpPr>
        <p:spPr>
          <a:xfrm rot="-30000">
            <a:off x="1425550" y="1448410"/>
            <a:ext cx="23774" cy="55778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164" name="Image 154" descr="preencoded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9581083" y="1472184"/>
            <a:ext cx="106070" cy="79553"/>
          </a:xfrm>
          <a:prstGeom prst="rect">
            <a:avLst/>
          </a:prstGeom>
        </p:spPr>
      </p:pic>
      <p:pic>
        <p:nvPicPr>
          <p:cNvPr id="165" name="Image 155" descr="preencoded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7947050" y="1733702"/>
            <a:ext cx="416052" cy="416052"/>
          </a:xfrm>
          <a:prstGeom prst="rect">
            <a:avLst/>
          </a:prstGeom>
        </p:spPr>
      </p:pic>
      <p:sp>
        <p:nvSpPr>
          <p:cNvPr id="166" name="Shape 8"/>
          <p:cNvSpPr/>
          <p:nvPr/>
        </p:nvSpPr>
        <p:spPr>
          <a:xfrm rot="-5586000">
            <a:off x="1619402" y="1821485"/>
            <a:ext cx="48463" cy="27432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167" name="Shape 9"/>
          <p:cNvSpPr/>
          <p:nvPr/>
        </p:nvSpPr>
        <p:spPr>
          <a:xfrm rot="-7242000">
            <a:off x="1552651" y="1848917"/>
            <a:ext cx="39319" cy="31090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168" name="Shape 10"/>
          <p:cNvSpPr/>
          <p:nvPr/>
        </p:nvSpPr>
        <p:spPr>
          <a:xfrm rot="-2658000">
            <a:off x="1689811" y="1851660"/>
            <a:ext cx="43891" cy="25603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169" name="Image 156" descr="preencoded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1386230" y="1864462"/>
            <a:ext cx="354787" cy="230429"/>
          </a:xfrm>
          <a:prstGeom prst="rect">
            <a:avLst/>
          </a:prstGeom>
        </p:spPr>
      </p:pic>
      <p:pic>
        <p:nvPicPr>
          <p:cNvPr id="170" name="Image 157" descr="preencoded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8895283" y="1869034"/>
            <a:ext cx="460858" cy="256946"/>
          </a:xfrm>
          <a:prstGeom prst="rect">
            <a:avLst/>
          </a:prstGeom>
        </p:spPr>
      </p:pic>
      <p:pic>
        <p:nvPicPr>
          <p:cNvPr id="171" name="Image 158" descr="preencoded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589788" y="1875434"/>
            <a:ext cx="309982" cy="292608"/>
          </a:xfrm>
          <a:prstGeom prst="rect">
            <a:avLst/>
          </a:prstGeom>
        </p:spPr>
      </p:pic>
      <p:sp>
        <p:nvSpPr>
          <p:cNvPr id="172" name="Shape 11"/>
          <p:cNvSpPr/>
          <p:nvPr/>
        </p:nvSpPr>
        <p:spPr>
          <a:xfrm rot="-12000">
            <a:off x="1717243" y="1920240"/>
            <a:ext cx="44806" cy="25603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173" name="Image 159" descr="preencoded.pn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5428793" y="1965960"/>
            <a:ext cx="1462126" cy="859536"/>
          </a:xfrm>
          <a:prstGeom prst="rect">
            <a:avLst/>
          </a:prstGeom>
        </p:spPr>
      </p:pic>
      <p:sp>
        <p:nvSpPr>
          <p:cNvPr id="174" name="Shape 12"/>
          <p:cNvSpPr/>
          <p:nvPr/>
        </p:nvSpPr>
        <p:spPr>
          <a:xfrm rot="-4008000">
            <a:off x="1434694" y="2122322"/>
            <a:ext cx="66751" cy="26518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175" name="Shape 13"/>
          <p:cNvSpPr/>
          <p:nvPr/>
        </p:nvSpPr>
        <p:spPr>
          <a:xfrm rot="-4188000">
            <a:off x="1596542" y="2124151"/>
            <a:ext cx="65837" cy="25603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176" name="Shape 14"/>
          <p:cNvSpPr/>
          <p:nvPr/>
        </p:nvSpPr>
        <p:spPr>
          <a:xfrm rot="-4158000">
            <a:off x="1479499" y="2132381"/>
            <a:ext cx="77724" cy="26518"/>
          </a:xfrm>
          <a:prstGeom prst="ellipse">
            <a:avLst/>
          </a:prstGeom>
          <a:solidFill>
            <a:srgbClr val="010101"/>
          </a:solidFill>
          <a:ln/>
        </p:spPr>
      </p:sp>
      <p:pic>
        <p:nvPicPr>
          <p:cNvPr id="178" name="Image 161" descr="preencoded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2328062" y="2861158"/>
            <a:ext cx="1027786" cy="983894"/>
          </a:xfrm>
          <a:prstGeom prst="rect">
            <a:avLst/>
          </a:prstGeom>
        </p:spPr>
      </p:pic>
      <p:pic>
        <p:nvPicPr>
          <p:cNvPr id="179" name="Image 162" descr="preencoded.pn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1421892" y="2878531"/>
            <a:ext cx="115214" cy="159106"/>
          </a:xfrm>
          <a:prstGeom prst="rect">
            <a:avLst/>
          </a:prstGeom>
        </p:spPr>
      </p:pic>
      <p:pic>
        <p:nvPicPr>
          <p:cNvPr id="180" name="Image 163" descr="preencoded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9113825" y="2902306"/>
            <a:ext cx="354787" cy="132588"/>
          </a:xfrm>
          <a:prstGeom prst="rect">
            <a:avLst/>
          </a:prstGeom>
        </p:spPr>
      </p:pic>
      <p:pic>
        <p:nvPicPr>
          <p:cNvPr id="181" name="Image 164" descr="preencoded.pn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484632" y="2971800"/>
            <a:ext cx="504749" cy="256946"/>
          </a:xfrm>
          <a:prstGeom prst="rect">
            <a:avLst/>
          </a:prstGeom>
        </p:spPr>
      </p:pic>
      <p:pic>
        <p:nvPicPr>
          <p:cNvPr id="182" name="Image 165" descr="preencoded.pn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1376172" y="2975458"/>
            <a:ext cx="451714" cy="300838"/>
          </a:xfrm>
          <a:prstGeom prst="rect">
            <a:avLst/>
          </a:prstGeom>
        </p:spPr>
      </p:pic>
      <p:pic>
        <p:nvPicPr>
          <p:cNvPr id="184" name="Image 167" descr="preencoded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8920886" y="3038551"/>
            <a:ext cx="425196" cy="425196"/>
          </a:xfrm>
          <a:prstGeom prst="rect">
            <a:avLst/>
          </a:prstGeom>
        </p:spPr>
      </p:pic>
      <p:pic>
        <p:nvPicPr>
          <p:cNvPr id="189" name="Image 170" descr="preencoded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8978494" y="3410712"/>
            <a:ext cx="300838" cy="79553"/>
          </a:xfrm>
          <a:prstGeom prst="rect">
            <a:avLst/>
          </a:prstGeom>
        </p:spPr>
      </p:pic>
      <p:sp>
        <p:nvSpPr>
          <p:cNvPr id="190" name="Shape 17"/>
          <p:cNvSpPr/>
          <p:nvPr/>
        </p:nvSpPr>
        <p:spPr>
          <a:xfrm>
            <a:off x="7913218" y="3418942"/>
            <a:ext cx="446227" cy="126187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91" name="Image 171" descr="preencoded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7911389" y="3506724"/>
            <a:ext cx="442570" cy="513893"/>
          </a:xfrm>
          <a:prstGeom prst="rect">
            <a:avLst/>
          </a:prstGeom>
        </p:spPr>
      </p:pic>
      <p:pic>
        <p:nvPicPr>
          <p:cNvPr id="192" name="Image 172" descr="preencoded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1382573" y="3594506"/>
            <a:ext cx="460858" cy="309982"/>
          </a:xfrm>
          <a:prstGeom prst="rect">
            <a:avLst/>
          </a:prstGeom>
        </p:spPr>
      </p:pic>
      <p:pic>
        <p:nvPicPr>
          <p:cNvPr id="193" name="Image 173" descr="preencoded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641909" y="3625596"/>
            <a:ext cx="185623" cy="381305"/>
          </a:xfrm>
          <a:prstGeom prst="rect">
            <a:avLst/>
          </a:prstGeom>
        </p:spPr>
      </p:pic>
      <p:pic>
        <p:nvPicPr>
          <p:cNvPr id="194" name="Image 174" descr="preencoded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7918704" y="3657600"/>
            <a:ext cx="442570" cy="416052"/>
          </a:xfrm>
          <a:prstGeom prst="rect">
            <a:avLst/>
          </a:prstGeom>
        </p:spPr>
      </p:pic>
      <p:sp>
        <p:nvSpPr>
          <p:cNvPr id="195" name="Shape 18"/>
          <p:cNvSpPr/>
          <p:nvPr/>
        </p:nvSpPr>
        <p:spPr>
          <a:xfrm rot="-36000">
            <a:off x="807415" y="3677717"/>
            <a:ext cx="68580" cy="24689"/>
          </a:xfrm>
          <a:prstGeom prst="roundRect">
            <a:avLst/>
          </a:prstGeom>
          <a:solidFill>
            <a:srgbClr val="010101"/>
          </a:solidFill>
          <a:ln/>
        </p:spPr>
      </p:sp>
      <p:sp>
        <p:nvSpPr>
          <p:cNvPr id="196" name="Shape 19"/>
          <p:cNvSpPr/>
          <p:nvPr/>
        </p:nvSpPr>
        <p:spPr>
          <a:xfrm>
            <a:off x="807415" y="3720694"/>
            <a:ext cx="58522" cy="25603"/>
          </a:xfrm>
          <a:prstGeom prst="roundRect">
            <a:avLst/>
          </a:prstGeom>
          <a:solidFill>
            <a:srgbClr val="010101"/>
          </a:solidFill>
          <a:ln/>
        </p:spPr>
      </p:sp>
      <p:sp>
        <p:nvSpPr>
          <p:cNvPr id="197" name="Shape 20"/>
          <p:cNvSpPr/>
          <p:nvPr/>
        </p:nvSpPr>
        <p:spPr>
          <a:xfrm rot="-102000">
            <a:off x="808330" y="3761842"/>
            <a:ext cx="54864" cy="27432"/>
          </a:xfrm>
          <a:prstGeom prst="roundRect">
            <a:avLst/>
          </a:prstGeom>
          <a:solidFill>
            <a:srgbClr val="191A19"/>
          </a:solidFill>
          <a:ln/>
        </p:spPr>
      </p:sp>
      <p:sp>
        <p:nvSpPr>
          <p:cNvPr id="199" name="Shape 21"/>
          <p:cNvSpPr/>
          <p:nvPr/>
        </p:nvSpPr>
        <p:spPr>
          <a:xfrm rot="24000">
            <a:off x="806501" y="3802075"/>
            <a:ext cx="70409" cy="25603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200" name="Image 176" descr="preencoded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5429707" y="4003243"/>
            <a:ext cx="1462126" cy="886054"/>
          </a:xfrm>
          <a:prstGeom prst="rect">
            <a:avLst/>
          </a:prstGeom>
        </p:spPr>
      </p:pic>
      <p:sp>
        <p:nvSpPr>
          <p:cNvPr id="201" name="Shape 22"/>
          <p:cNvSpPr/>
          <p:nvPr/>
        </p:nvSpPr>
        <p:spPr>
          <a:xfrm>
            <a:off x="10495483" y="4191610"/>
            <a:ext cx="1218895" cy="17374"/>
          </a:xfrm>
          <a:prstGeom prst="roundRect">
            <a:avLst/>
          </a:prstGeom>
          <a:solidFill>
            <a:srgbClr val="93A2B6"/>
          </a:solidFill>
          <a:ln/>
        </p:spPr>
      </p:sp>
      <p:pic>
        <p:nvPicPr>
          <p:cNvPr id="203" name="Image 178" descr="preencoded.pn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7878470" y="4405579"/>
            <a:ext cx="1497787" cy="345643"/>
          </a:xfrm>
          <a:prstGeom prst="rect">
            <a:avLst/>
          </a:prstGeom>
        </p:spPr>
      </p:pic>
      <p:pic>
        <p:nvPicPr>
          <p:cNvPr id="204" name="Image 179" descr="preencoded.pn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617220" y="4870094"/>
            <a:ext cx="372161" cy="372161"/>
          </a:xfrm>
          <a:prstGeom prst="rect">
            <a:avLst/>
          </a:prstGeom>
        </p:spPr>
      </p:pic>
      <p:pic>
        <p:nvPicPr>
          <p:cNvPr id="205" name="Image 180" descr="preencoded.pn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1235354" y="4880153"/>
            <a:ext cx="478231" cy="354787"/>
          </a:xfrm>
          <a:prstGeom prst="rect">
            <a:avLst/>
          </a:prstGeom>
        </p:spPr>
      </p:pic>
      <p:pic>
        <p:nvPicPr>
          <p:cNvPr id="206" name="Image 181" descr="preencoded.pn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1419149" y="5052060"/>
            <a:ext cx="26518" cy="17374"/>
          </a:xfrm>
          <a:prstGeom prst="rect">
            <a:avLst/>
          </a:prstGeom>
        </p:spPr>
      </p:pic>
      <p:sp>
        <p:nvSpPr>
          <p:cNvPr id="207" name="Shape 23"/>
          <p:cNvSpPr/>
          <p:nvPr/>
        </p:nvSpPr>
        <p:spPr>
          <a:xfrm rot="-288000">
            <a:off x="1506931" y="5052060"/>
            <a:ext cx="31090" cy="21946"/>
          </a:xfrm>
          <a:prstGeom prst="ellipse">
            <a:avLst/>
          </a:prstGeom>
          <a:solidFill>
            <a:srgbClr val="191A19"/>
          </a:solidFill>
          <a:ln/>
        </p:spPr>
      </p:sp>
      <p:pic>
        <p:nvPicPr>
          <p:cNvPr id="208" name="Image 182" descr="preencoded.pn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1548994" y="5051146"/>
            <a:ext cx="115214" cy="26518"/>
          </a:xfrm>
          <a:prstGeom prst="rect">
            <a:avLst/>
          </a:prstGeom>
        </p:spPr>
      </p:pic>
      <p:sp>
        <p:nvSpPr>
          <p:cNvPr id="209" name="Shape 24"/>
          <p:cNvSpPr/>
          <p:nvPr/>
        </p:nvSpPr>
        <p:spPr>
          <a:xfrm rot="-12000">
            <a:off x="1334110" y="5053889"/>
            <a:ext cx="28346" cy="18288"/>
          </a:xfrm>
          <a:prstGeom prst="ellipse">
            <a:avLst/>
          </a:prstGeom>
          <a:solidFill>
            <a:srgbClr val="191A19"/>
          </a:solidFill>
          <a:ln/>
        </p:spPr>
      </p:sp>
      <p:sp>
        <p:nvSpPr>
          <p:cNvPr id="210" name="Shape 25"/>
          <p:cNvSpPr/>
          <p:nvPr/>
        </p:nvSpPr>
        <p:spPr>
          <a:xfrm>
            <a:off x="1377086" y="1303020"/>
            <a:ext cx="120701" cy="120701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11" name="Image 183" descr="preencoded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1402690" y="1877263"/>
            <a:ext cx="328270" cy="203911"/>
          </a:xfrm>
          <a:prstGeom prst="rect">
            <a:avLst/>
          </a:prstGeom>
        </p:spPr>
      </p:pic>
      <p:pic>
        <p:nvPicPr>
          <p:cNvPr id="212" name="Image 184" descr="preencoded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9065362" y="1912925"/>
            <a:ext cx="115214" cy="177394"/>
          </a:xfrm>
          <a:prstGeom prst="rect">
            <a:avLst/>
          </a:prstGeom>
        </p:spPr>
      </p:pic>
      <p:sp>
        <p:nvSpPr>
          <p:cNvPr id="213" name="Shape 26"/>
          <p:cNvSpPr/>
          <p:nvPr/>
        </p:nvSpPr>
        <p:spPr>
          <a:xfrm rot="-6000">
            <a:off x="8937346" y="1984248"/>
            <a:ext cx="90526" cy="26518"/>
          </a:xfrm>
          <a:prstGeom prst="roundRect">
            <a:avLst/>
          </a:prstGeom>
          <a:solidFill>
            <a:srgbClr val="191A19"/>
          </a:solidFill>
          <a:ln/>
        </p:spPr>
      </p:sp>
      <p:pic>
        <p:nvPicPr>
          <p:cNvPr id="214" name="Image 185" descr="preencoded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11725351" y="2424989"/>
            <a:ext cx="62179" cy="62179"/>
          </a:xfrm>
          <a:prstGeom prst="rect">
            <a:avLst/>
          </a:prstGeom>
        </p:spPr>
      </p:pic>
      <p:pic>
        <p:nvPicPr>
          <p:cNvPr id="215" name="Image 186" descr="preencoded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502920" y="2990088"/>
            <a:ext cx="442570" cy="221285"/>
          </a:xfrm>
          <a:prstGeom prst="rect">
            <a:avLst/>
          </a:prstGeom>
        </p:spPr>
      </p:pic>
      <p:pic>
        <p:nvPicPr>
          <p:cNvPr id="216" name="Image 187" descr="preencoded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1447495" y="2995574"/>
            <a:ext cx="266090" cy="266090"/>
          </a:xfrm>
          <a:prstGeom prst="rect">
            <a:avLst/>
          </a:prstGeom>
        </p:spPr>
      </p:pic>
      <p:sp>
        <p:nvSpPr>
          <p:cNvPr id="218" name="Shape 27"/>
          <p:cNvSpPr/>
          <p:nvPr/>
        </p:nvSpPr>
        <p:spPr>
          <a:xfrm rot="-24000">
            <a:off x="9025128" y="3113532"/>
            <a:ext cx="209398" cy="20117"/>
          </a:xfrm>
          <a:prstGeom prst="roundRect">
            <a:avLst/>
          </a:prstGeom>
          <a:solidFill>
            <a:srgbClr val="010101"/>
          </a:solidFill>
          <a:ln/>
        </p:spPr>
      </p:sp>
      <p:pic>
        <p:nvPicPr>
          <p:cNvPr id="219" name="Image 189" descr="preencoded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9041587" y="3165653"/>
            <a:ext cx="168250" cy="221285"/>
          </a:xfrm>
          <a:prstGeom prst="rect">
            <a:avLst/>
          </a:prstGeom>
        </p:spPr>
      </p:pic>
      <p:pic>
        <p:nvPicPr>
          <p:cNvPr id="220" name="Image 190" descr="preencoded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1402690" y="3613709"/>
            <a:ext cx="416052" cy="274320"/>
          </a:xfrm>
          <a:prstGeom prst="rect">
            <a:avLst/>
          </a:prstGeom>
        </p:spPr>
      </p:pic>
      <p:pic>
        <p:nvPicPr>
          <p:cNvPr id="221" name="Image 191" descr="preencoded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670255" y="3644798"/>
            <a:ext cx="124358" cy="345643"/>
          </a:xfrm>
          <a:prstGeom prst="rect">
            <a:avLst/>
          </a:prstGeom>
        </p:spPr>
      </p:pic>
      <p:pic>
        <p:nvPicPr>
          <p:cNvPr id="222" name="Image 192" descr="preencoded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11798503" y="3829507"/>
            <a:ext cx="43891" cy="97841"/>
          </a:xfrm>
          <a:prstGeom prst="rect">
            <a:avLst/>
          </a:prstGeom>
        </p:spPr>
      </p:pic>
      <p:sp>
        <p:nvSpPr>
          <p:cNvPr id="223" name="Shape 28"/>
          <p:cNvSpPr/>
          <p:nvPr/>
        </p:nvSpPr>
        <p:spPr>
          <a:xfrm rot="-4920000">
            <a:off x="11797589" y="3935578"/>
            <a:ext cx="44806" cy="41148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25" name="Image 193" descr="preencoded.pn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8967521" y="4459529"/>
            <a:ext cx="194767" cy="203911"/>
          </a:xfrm>
          <a:prstGeom prst="rect">
            <a:avLst/>
          </a:prstGeom>
        </p:spPr>
      </p:pic>
      <p:pic>
        <p:nvPicPr>
          <p:cNvPr id="228" name="Image 195" descr="preencoded.pn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634594" y="4887468"/>
            <a:ext cx="336499" cy="336499"/>
          </a:xfrm>
          <a:prstGeom prst="rect">
            <a:avLst/>
          </a:prstGeom>
        </p:spPr>
      </p:pic>
      <p:sp>
        <p:nvSpPr>
          <p:cNvPr id="229" name="Shape 31"/>
          <p:cNvSpPr/>
          <p:nvPr/>
        </p:nvSpPr>
        <p:spPr>
          <a:xfrm>
            <a:off x="521208" y="3008376"/>
            <a:ext cx="74066" cy="187452"/>
          </a:xfrm>
          <a:prstGeom prst="roundRect">
            <a:avLst/>
          </a:prstGeom>
          <a:solidFill>
            <a:srgbClr val="191A19"/>
          </a:solidFill>
          <a:ln/>
        </p:spPr>
      </p:sp>
      <p:sp>
        <p:nvSpPr>
          <p:cNvPr id="230" name="Shape 32"/>
          <p:cNvSpPr/>
          <p:nvPr/>
        </p:nvSpPr>
        <p:spPr>
          <a:xfrm rot="6000">
            <a:off x="604418" y="3009290"/>
            <a:ext cx="74066" cy="187452"/>
          </a:xfrm>
          <a:prstGeom prst="roundRect">
            <a:avLst/>
          </a:prstGeom>
          <a:solidFill>
            <a:srgbClr val="191A19"/>
          </a:solidFill>
          <a:ln/>
        </p:spPr>
      </p:sp>
      <p:sp>
        <p:nvSpPr>
          <p:cNvPr id="231" name="Shape 33"/>
          <p:cNvSpPr/>
          <p:nvPr/>
        </p:nvSpPr>
        <p:spPr>
          <a:xfrm rot="-12000">
            <a:off x="685800" y="3008376"/>
            <a:ext cx="73152" cy="188366"/>
          </a:xfrm>
          <a:prstGeom prst="roundRect">
            <a:avLst/>
          </a:prstGeom>
          <a:solidFill>
            <a:srgbClr val="191A19"/>
          </a:solidFill>
          <a:ln/>
        </p:spPr>
      </p:sp>
      <p:sp>
        <p:nvSpPr>
          <p:cNvPr id="232" name="Shape 34"/>
          <p:cNvSpPr/>
          <p:nvPr/>
        </p:nvSpPr>
        <p:spPr>
          <a:xfrm rot="-18000">
            <a:off x="769010" y="3008376"/>
            <a:ext cx="73152" cy="189281"/>
          </a:xfrm>
          <a:prstGeom prst="roundRect">
            <a:avLst/>
          </a:prstGeom>
          <a:solidFill>
            <a:srgbClr val="191A19"/>
          </a:solidFill>
          <a:ln/>
        </p:spPr>
      </p:sp>
      <p:sp>
        <p:nvSpPr>
          <p:cNvPr id="234" name="Shape 35"/>
          <p:cNvSpPr/>
          <p:nvPr/>
        </p:nvSpPr>
        <p:spPr>
          <a:xfrm rot="-222000">
            <a:off x="1600200" y="3631082"/>
            <a:ext cx="24689" cy="41148"/>
          </a:xfrm>
          <a:prstGeom prst="roundRect">
            <a:avLst/>
          </a:prstGeom>
          <a:solidFill>
            <a:srgbClr val="010101"/>
          </a:solidFill>
          <a:ln/>
        </p:spPr>
      </p:sp>
      <p:sp>
        <p:nvSpPr>
          <p:cNvPr id="235" name="Shape 36"/>
          <p:cNvSpPr/>
          <p:nvPr/>
        </p:nvSpPr>
        <p:spPr>
          <a:xfrm rot="-6828000">
            <a:off x="1508760" y="3658514"/>
            <a:ext cx="42062" cy="27432"/>
          </a:xfrm>
          <a:prstGeom prst="ellipse">
            <a:avLst/>
          </a:prstGeom>
          <a:solidFill>
            <a:srgbClr val="191A19"/>
          </a:solidFill>
          <a:ln/>
        </p:spPr>
      </p:sp>
      <p:sp>
        <p:nvSpPr>
          <p:cNvPr id="236" name="Shape 37"/>
          <p:cNvSpPr/>
          <p:nvPr/>
        </p:nvSpPr>
        <p:spPr>
          <a:xfrm rot="-3720000">
            <a:off x="1676095" y="3660343"/>
            <a:ext cx="41148" cy="26518"/>
          </a:xfrm>
          <a:prstGeom prst="ellipse">
            <a:avLst/>
          </a:prstGeom>
          <a:solidFill>
            <a:srgbClr val="010101"/>
          </a:solidFill>
          <a:ln/>
        </p:spPr>
      </p:sp>
      <p:pic>
        <p:nvPicPr>
          <p:cNvPr id="237" name="Image 197" descr="preencoded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1447495" y="3712464"/>
            <a:ext cx="43891" cy="35662"/>
          </a:xfrm>
          <a:prstGeom prst="rect">
            <a:avLst/>
          </a:prstGeom>
        </p:spPr>
      </p:pic>
      <p:sp>
        <p:nvSpPr>
          <p:cNvPr id="238" name="Shape 38"/>
          <p:cNvSpPr/>
          <p:nvPr/>
        </p:nvSpPr>
        <p:spPr>
          <a:xfrm rot="-1866000">
            <a:off x="1732788" y="3715207"/>
            <a:ext cx="43891" cy="24689"/>
          </a:xfrm>
          <a:prstGeom prst="ellipse">
            <a:avLst/>
          </a:prstGeom>
          <a:solidFill>
            <a:srgbClr val="010101"/>
          </a:solidFill>
          <a:ln/>
        </p:spPr>
      </p:sp>
      <p:pic>
        <p:nvPicPr>
          <p:cNvPr id="239" name="Image 198" descr="preencoded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1584655" y="3730752"/>
            <a:ext cx="124358" cy="115214"/>
          </a:xfrm>
          <a:prstGeom prst="rect">
            <a:avLst/>
          </a:prstGeom>
        </p:spPr>
      </p:pic>
      <p:pic>
        <p:nvPicPr>
          <p:cNvPr id="240" name="Image 199" descr="preencoded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687629" y="3751783"/>
            <a:ext cx="88697" cy="221285"/>
          </a:xfrm>
          <a:prstGeom prst="rect">
            <a:avLst/>
          </a:prstGeom>
        </p:spPr>
      </p:pic>
      <p:sp>
        <p:nvSpPr>
          <p:cNvPr id="241" name="Shape 39"/>
          <p:cNvSpPr/>
          <p:nvPr/>
        </p:nvSpPr>
        <p:spPr>
          <a:xfrm rot="120000">
            <a:off x="1421892" y="3792931"/>
            <a:ext cx="41148" cy="27432"/>
          </a:xfrm>
          <a:prstGeom prst="roundRect">
            <a:avLst/>
          </a:prstGeom>
          <a:solidFill>
            <a:srgbClr val="010101"/>
          </a:solidFill>
          <a:ln/>
        </p:spPr>
      </p:sp>
      <p:sp>
        <p:nvSpPr>
          <p:cNvPr id="242" name="Shape 40"/>
          <p:cNvSpPr/>
          <p:nvPr/>
        </p:nvSpPr>
        <p:spPr>
          <a:xfrm rot="36000">
            <a:off x="1760220" y="3793846"/>
            <a:ext cx="45720" cy="26518"/>
          </a:xfrm>
          <a:prstGeom prst="roundRect">
            <a:avLst/>
          </a:prstGeom>
          <a:solidFill>
            <a:srgbClr val="191A19"/>
          </a:solidFill>
          <a:ln/>
        </p:spPr>
      </p:sp>
      <p:sp>
        <p:nvSpPr>
          <p:cNvPr id="243" name="Shape 41"/>
          <p:cNvSpPr/>
          <p:nvPr/>
        </p:nvSpPr>
        <p:spPr>
          <a:xfrm rot="-5700000">
            <a:off x="785470" y="4907585"/>
            <a:ext cx="37490" cy="27432"/>
          </a:xfrm>
          <a:prstGeom prst="ellipse">
            <a:avLst/>
          </a:prstGeom>
          <a:solidFill>
            <a:srgbClr val="010101"/>
          </a:solidFill>
          <a:ln/>
        </p:spPr>
      </p:sp>
      <p:pic>
        <p:nvPicPr>
          <p:cNvPr id="244" name="Image 200" descr="preencoded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789127" y="4945075"/>
            <a:ext cx="97841" cy="177394"/>
          </a:xfrm>
          <a:prstGeom prst="rect">
            <a:avLst/>
          </a:prstGeom>
        </p:spPr>
      </p:pic>
      <p:sp>
        <p:nvSpPr>
          <p:cNvPr id="245" name="Shape 42"/>
          <p:cNvSpPr/>
          <p:nvPr/>
        </p:nvSpPr>
        <p:spPr>
          <a:xfrm rot="-576000">
            <a:off x="651967" y="5043830"/>
            <a:ext cx="37490" cy="27432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246" name="Shape 43"/>
          <p:cNvSpPr/>
          <p:nvPr/>
        </p:nvSpPr>
        <p:spPr>
          <a:xfrm rot="-10626000">
            <a:off x="918972" y="5044745"/>
            <a:ext cx="38405" cy="27432"/>
          </a:xfrm>
          <a:prstGeom prst="ellipse">
            <a:avLst/>
          </a:prstGeom>
          <a:solidFill>
            <a:srgbClr val="010101"/>
          </a:solidFill>
          <a:ln/>
        </p:spPr>
      </p:sp>
      <p:sp>
        <p:nvSpPr>
          <p:cNvPr id="247" name="Shape 44"/>
          <p:cNvSpPr/>
          <p:nvPr/>
        </p:nvSpPr>
        <p:spPr>
          <a:xfrm rot="-54000">
            <a:off x="791870" y="5173675"/>
            <a:ext cx="26518" cy="36576"/>
          </a:xfrm>
          <a:prstGeom prst="roundRect">
            <a:avLst/>
          </a:prstGeom>
          <a:solidFill>
            <a:srgbClr val="010101"/>
          </a:solidFill>
          <a:ln/>
        </p:spPr>
      </p:sp>
      <p:sp>
        <p:nvSpPr>
          <p:cNvPr id="248" name="Text 45"/>
          <p:cNvSpPr/>
          <p:nvPr/>
        </p:nvSpPr>
        <p:spPr>
          <a:xfrm>
            <a:off x="4647894" y="138074"/>
            <a:ext cx="1527050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feedback arrow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Text 46"/>
          <p:cNvSpPr/>
          <p:nvPr/>
        </p:nvSpPr>
        <p:spPr>
          <a:xfrm>
            <a:off x="796442" y="640080"/>
            <a:ext cx="1768450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Observation Construction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Text 47"/>
          <p:cNvSpPr/>
          <p:nvPr/>
        </p:nvSpPr>
        <p:spPr>
          <a:xfrm>
            <a:off x="8079308" y="817017"/>
            <a:ext cx="89611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Executable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Text 48"/>
          <p:cNvSpPr/>
          <p:nvPr/>
        </p:nvSpPr>
        <p:spPr>
          <a:xfrm>
            <a:off x="348386" y="983894"/>
            <a:ext cx="1499616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Exogenous Variables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Text 49"/>
          <p:cNvSpPr/>
          <p:nvPr/>
        </p:nvSpPr>
        <p:spPr>
          <a:xfrm>
            <a:off x="7980883" y="1007669"/>
            <a:ext cx="1121054" cy="20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Plant Dispatch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Text 50"/>
          <p:cNvSpPr/>
          <p:nvPr/>
        </p:nvSpPr>
        <p:spPr>
          <a:xfrm>
            <a:off x="5474513" y="1271016"/>
            <a:ext cx="1287475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Physics-Aware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4" name="Text 51"/>
          <p:cNvSpPr/>
          <p:nvPr/>
        </p:nvSpPr>
        <p:spPr>
          <a:xfrm>
            <a:off x="8627364" y="1474926"/>
            <a:ext cx="728777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electricit</a:t>
            </a:r>
            <a:r>
              <a:rPr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Text 52"/>
          <p:cNvSpPr/>
          <p:nvPr/>
        </p:nvSpPr>
        <p:spPr>
          <a:xfrm>
            <a:off x="5371186" y="1514246"/>
            <a:ext cx="1295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Safety Projection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Text 53"/>
          <p:cNvSpPr/>
          <p:nvPr/>
        </p:nvSpPr>
        <p:spPr>
          <a:xfrm>
            <a:off x="10518343" y="1544422"/>
            <a:ext cx="1059790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Environment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" name="Text 54"/>
          <p:cNvSpPr/>
          <p:nvPr/>
        </p:nvSpPr>
        <p:spPr>
          <a:xfrm>
            <a:off x="533095" y="1582826"/>
            <a:ext cx="336499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load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Text 55"/>
          <p:cNvSpPr/>
          <p:nvPr/>
        </p:nvSpPr>
        <p:spPr>
          <a:xfrm>
            <a:off x="1159459" y="1591056"/>
            <a:ext cx="779069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renewables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Text 56"/>
          <p:cNvSpPr/>
          <p:nvPr/>
        </p:nvSpPr>
        <p:spPr>
          <a:xfrm>
            <a:off x="7545172" y="1741932"/>
            <a:ext cx="262433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fuel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Text 57"/>
          <p:cNvSpPr/>
          <p:nvPr/>
        </p:nvSpPr>
        <p:spPr>
          <a:xfrm>
            <a:off x="10481767" y="1766621"/>
            <a:ext cx="1195121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Feedback and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Text 58"/>
          <p:cNvSpPr/>
          <p:nvPr/>
        </p:nvSpPr>
        <p:spPr>
          <a:xfrm>
            <a:off x="9235440" y="1931213"/>
            <a:ext cx="7223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Text 59"/>
          <p:cNvSpPr/>
          <p:nvPr/>
        </p:nvSpPr>
        <p:spPr>
          <a:xfrm>
            <a:off x="10757002" y="1997050"/>
            <a:ext cx="680314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Reward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Text 60"/>
          <p:cNvSpPr/>
          <p:nvPr/>
        </p:nvSpPr>
        <p:spPr>
          <a:xfrm>
            <a:off x="5540806" y="2097634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Actuator clipping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Text 61"/>
          <p:cNvSpPr/>
          <p:nvPr/>
        </p:nvSpPr>
        <p:spPr>
          <a:xfrm>
            <a:off x="7952537" y="2121408"/>
            <a:ext cx="3008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5" name="Text 62"/>
          <p:cNvSpPr/>
          <p:nvPr/>
        </p:nvSpPr>
        <p:spPr>
          <a:xfrm>
            <a:off x="8965388" y="2149754"/>
            <a:ext cx="41696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" name="Text 63"/>
          <p:cNvSpPr/>
          <p:nvPr/>
        </p:nvSpPr>
        <p:spPr>
          <a:xfrm>
            <a:off x="472745" y="2224735"/>
            <a:ext cx="408737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prices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7" name="Text 64"/>
          <p:cNvSpPr/>
          <p:nvPr/>
        </p:nvSpPr>
        <p:spPr>
          <a:xfrm>
            <a:off x="1271930" y="2212848"/>
            <a:ext cx="563270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weather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8" name="Text 65"/>
          <p:cNvSpPr/>
          <p:nvPr/>
        </p:nvSpPr>
        <p:spPr>
          <a:xfrm>
            <a:off x="8330184" y="2210105"/>
            <a:ext cx="3383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heat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Text 66"/>
          <p:cNvSpPr/>
          <p:nvPr/>
        </p:nvSpPr>
        <p:spPr>
          <a:xfrm>
            <a:off x="5634532" y="2304746"/>
            <a:ext cx="1062533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and GT ramp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0" name="Text 67"/>
          <p:cNvSpPr/>
          <p:nvPr/>
        </p:nvSpPr>
        <p:spPr>
          <a:xfrm>
            <a:off x="10195560" y="2388413"/>
            <a:ext cx="1404518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next state S</a:t>
            </a:r>
            <a:r>
              <a:rPr lang="en-US" altLang="zh-CN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+1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" name="Text 68"/>
          <p:cNvSpPr/>
          <p:nvPr/>
        </p:nvSpPr>
        <p:spPr>
          <a:xfrm>
            <a:off x="5775350" y="2490826"/>
            <a:ext cx="7168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envelope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Text 69"/>
          <p:cNvSpPr/>
          <p:nvPr/>
        </p:nvSpPr>
        <p:spPr>
          <a:xfrm>
            <a:off x="3838651" y="2595067"/>
            <a:ext cx="894283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DRL Policy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3" name="Text 70"/>
          <p:cNvSpPr/>
          <p:nvPr/>
        </p:nvSpPr>
        <p:spPr>
          <a:xfrm>
            <a:off x="709574" y="2653589"/>
            <a:ext cx="747979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Plant State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Text 71"/>
          <p:cNvSpPr/>
          <p:nvPr/>
        </p:nvSpPr>
        <p:spPr>
          <a:xfrm>
            <a:off x="8054950" y="2612441"/>
            <a:ext cx="262433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5" name="Text 72"/>
          <p:cNvSpPr/>
          <p:nvPr/>
        </p:nvSpPr>
        <p:spPr>
          <a:xfrm>
            <a:off x="10189159" y="2723998"/>
            <a:ext cx="1687068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operating cost C</a:t>
            </a:r>
            <a:r>
              <a:rPr lang="en-US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Text 73"/>
          <p:cNvSpPr/>
          <p:nvPr/>
        </p:nvSpPr>
        <p:spPr>
          <a:xfrm>
            <a:off x="2616098" y="2948026"/>
            <a:ext cx="371246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Text 74"/>
          <p:cNvSpPr/>
          <p:nvPr/>
        </p:nvSpPr>
        <p:spPr>
          <a:xfrm>
            <a:off x="4904842" y="2937967"/>
            <a:ext cx="21031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</a:t>
            </a:r>
            <a:r>
              <a:rPr lang="en-US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endParaRPr lang="en-US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8" name="Text 75"/>
          <p:cNvSpPr/>
          <p:nvPr/>
        </p:nvSpPr>
        <p:spPr>
          <a:xfrm>
            <a:off x="7088429" y="2897734"/>
            <a:ext cx="232258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ã</a:t>
            </a:r>
            <a:r>
              <a:rPr lang="en-US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endParaRPr lang="en-US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Text 76"/>
          <p:cNvSpPr/>
          <p:nvPr/>
        </p:nvSpPr>
        <p:spPr>
          <a:xfrm>
            <a:off x="5775350" y="3020263"/>
            <a:ext cx="5952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Heat-first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0" name="Text 77"/>
          <p:cNvSpPr/>
          <p:nvPr/>
        </p:nvSpPr>
        <p:spPr>
          <a:xfrm>
            <a:off x="7880299" y="2985516"/>
            <a:ext cx="567842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HRSG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1" name="Text 78"/>
          <p:cNvSpPr/>
          <p:nvPr/>
        </p:nvSpPr>
        <p:spPr>
          <a:xfrm>
            <a:off x="10189159" y="3043198"/>
            <a:ext cx="1350568" cy="24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unmet heat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Text 79"/>
          <p:cNvSpPr/>
          <p:nvPr/>
        </p:nvSpPr>
        <p:spPr>
          <a:xfrm>
            <a:off x="2459158" y="3149667"/>
            <a:ext cx="865937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Observation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3" name="Text 80"/>
          <p:cNvSpPr/>
          <p:nvPr/>
        </p:nvSpPr>
        <p:spPr>
          <a:xfrm>
            <a:off x="4061765" y="3140050"/>
            <a:ext cx="459029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Policy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Text 81"/>
          <p:cNvSpPr/>
          <p:nvPr/>
        </p:nvSpPr>
        <p:spPr>
          <a:xfrm>
            <a:off x="5603443" y="3212287"/>
            <a:ext cx="934517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allocation and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Text 82"/>
          <p:cNvSpPr/>
          <p:nvPr/>
        </p:nvSpPr>
        <p:spPr>
          <a:xfrm>
            <a:off x="395935" y="3315614"/>
            <a:ext cx="627278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BES state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Text 83"/>
          <p:cNvSpPr/>
          <p:nvPr/>
        </p:nvSpPr>
        <p:spPr>
          <a:xfrm>
            <a:off x="1315822" y="3318358"/>
            <a:ext cx="552298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GT state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7" name="Text 84"/>
          <p:cNvSpPr/>
          <p:nvPr/>
        </p:nvSpPr>
        <p:spPr>
          <a:xfrm>
            <a:off x="2605582" y="3338474"/>
            <a:ext cx="472745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Vector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8" name="Text 85"/>
          <p:cNvSpPr/>
          <p:nvPr/>
        </p:nvSpPr>
        <p:spPr>
          <a:xfrm>
            <a:off x="4010558" y="3339389"/>
            <a:ext cx="635508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network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9" name="Text 86"/>
          <p:cNvSpPr/>
          <p:nvPr/>
        </p:nvSpPr>
        <p:spPr>
          <a:xfrm>
            <a:off x="5835701" y="3396996"/>
            <a:ext cx="5742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thermal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0" name="Text 87"/>
          <p:cNvSpPr/>
          <p:nvPr/>
        </p:nvSpPr>
        <p:spPr>
          <a:xfrm>
            <a:off x="10194646" y="3370478"/>
            <a:ext cx="179222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Noto Sans CJK SC" pitchFamily="34" charset="-122"/>
                <a:cs typeface="Arial" panose="020B0604020202020204" pitchFamily="34" charset="0"/>
              </a:rPr>
              <a:t>• unmet cooling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Text 88"/>
          <p:cNvSpPr/>
          <p:nvPr/>
        </p:nvSpPr>
        <p:spPr>
          <a:xfrm>
            <a:off x="8880653" y="3532327"/>
            <a:ext cx="497433" cy="17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Boiler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Text 89"/>
          <p:cNvSpPr/>
          <p:nvPr/>
        </p:nvSpPr>
        <p:spPr>
          <a:xfrm>
            <a:off x="2719426" y="3557930"/>
            <a:ext cx="198425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</a:t>
            </a:r>
            <a:r>
              <a:rPr lang="en-US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3" name="Text 90"/>
          <p:cNvSpPr/>
          <p:nvPr/>
        </p:nvSpPr>
        <p:spPr>
          <a:xfrm>
            <a:off x="5572355" y="3605479"/>
            <a:ext cx="1004011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feasibility check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4" name="Text 91"/>
          <p:cNvSpPr/>
          <p:nvPr/>
        </p:nvSpPr>
        <p:spPr>
          <a:xfrm>
            <a:off x="10189159" y="3707892"/>
            <a:ext cx="1687068" cy="29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violation 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indicators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00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" name="Text 92"/>
          <p:cNvSpPr/>
          <p:nvPr/>
        </p:nvSpPr>
        <p:spPr>
          <a:xfrm>
            <a:off x="8053121" y="3717950"/>
            <a:ext cx="151790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" name="Text 93"/>
          <p:cNvSpPr/>
          <p:nvPr/>
        </p:nvSpPr>
        <p:spPr>
          <a:xfrm>
            <a:off x="1264614" y="3965753"/>
            <a:ext cx="674827" cy="135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feasibility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" name="Text 94"/>
          <p:cNvSpPr/>
          <p:nvPr/>
        </p:nvSpPr>
        <p:spPr>
          <a:xfrm>
            <a:off x="4135832" y="3786628"/>
            <a:ext cx="758952" cy="191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6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</a:t>
            </a:r>
            <a:r>
              <a:rPr lang="en-US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=[</a:t>
            </a:r>
          </a:p>
          <a:p>
            <a:pPr>
              <a:lnSpc>
                <a:spcPct val="116000"/>
              </a:lnSpc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</a:t>
            </a:r>
            <a:r>
              <a:rPr lang="en-US" sz="1200" baseline="30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gt</a:t>
            </a:r>
            <a:r>
              <a:rPr lang="en-US" sz="12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2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16000"/>
              </a:lnSpc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</a:t>
            </a:r>
            <a:r>
              <a:rPr lang="en-US" sz="1200" baseline="30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bes</a:t>
            </a:r>
            <a:r>
              <a:rPr lang="en-US" sz="12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2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16000"/>
              </a:lnSpc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</a:t>
            </a:r>
            <a:r>
              <a:rPr lang="en-US" sz="1200" baseline="30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boiler</a:t>
            </a:r>
            <a:r>
              <a:rPr lang="en-US" sz="12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16000"/>
              </a:lnSpc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</a:t>
            </a:r>
            <a:r>
              <a:rPr lang="en-US" sz="1200" baseline="30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abs</a:t>
            </a:r>
            <a:r>
              <a:rPr lang="en-US" sz="12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2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16000"/>
              </a:lnSpc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</a:t>
            </a:r>
            <a:r>
              <a:rPr lang="en-US" sz="1200" baseline="30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ech</a:t>
            </a:r>
            <a:r>
              <a:rPr lang="en-US" sz="12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2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16000"/>
              </a:lnSpc>
            </a:pP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</a:t>
            </a:r>
            <a:r>
              <a:rPr lang="en-US" sz="1200" baseline="30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tes</a:t>
            </a:r>
            <a:r>
              <a:rPr lang="en-US" sz="12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endParaRPr lang="en-US" sz="1200" baseline="-25000" dirty="0">
              <a:solidFill>
                <a:srgbClr val="000000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>
              <a:lnSpc>
                <a:spcPct val="116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]</a:t>
            </a:r>
          </a:p>
        </p:txBody>
      </p:sp>
      <p:sp>
        <p:nvSpPr>
          <p:cNvPr id="298" name="Text 95"/>
          <p:cNvSpPr/>
          <p:nvPr/>
        </p:nvSpPr>
        <p:spPr>
          <a:xfrm>
            <a:off x="10347350" y="3914546"/>
            <a:ext cx="63276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Text 96"/>
          <p:cNvSpPr/>
          <p:nvPr/>
        </p:nvSpPr>
        <p:spPr>
          <a:xfrm>
            <a:off x="371207" y="4065422"/>
            <a:ext cx="79461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temperature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Text 97"/>
          <p:cNvSpPr/>
          <p:nvPr/>
        </p:nvSpPr>
        <p:spPr>
          <a:xfrm>
            <a:off x="1290218" y="4124858"/>
            <a:ext cx="604418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margins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Text 98"/>
          <p:cNvSpPr/>
          <p:nvPr/>
        </p:nvSpPr>
        <p:spPr>
          <a:xfrm>
            <a:off x="7940650" y="4076395"/>
            <a:ext cx="39685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3" name="Text 100"/>
          <p:cNvSpPr/>
          <p:nvPr/>
        </p:nvSpPr>
        <p:spPr>
          <a:xfrm>
            <a:off x="5517490" y="4152290"/>
            <a:ext cx="109819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Residual cooling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" name="Text 101"/>
          <p:cNvSpPr/>
          <p:nvPr/>
        </p:nvSpPr>
        <p:spPr>
          <a:xfrm>
            <a:off x="8943746" y="4168750"/>
            <a:ext cx="459029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cooling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Text 102"/>
          <p:cNvSpPr/>
          <p:nvPr/>
        </p:nvSpPr>
        <p:spPr>
          <a:xfrm>
            <a:off x="10206533" y="4295851"/>
            <a:ext cx="12673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• reward r</a:t>
            </a:r>
            <a:r>
              <a:rPr lang="en-US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= -C</a:t>
            </a:r>
            <a:r>
              <a:rPr lang="en-US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Text 104"/>
          <p:cNvSpPr/>
          <p:nvPr/>
        </p:nvSpPr>
        <p:spPr>
          <a:xfrm>
            <a:off x="5603443" y="4353458"/>
            <a:ext cx="100858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completion by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Text 105"/>
          <p:cNvSpPr/>
          <p:nvPr/>
        </p:nvSpPr>
        <p:spPr>
          <a:xfrm>
            <a:off x="563270" y="4572000"/>
            <a:ext cx="1118311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Time Encoding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Text 106"/>
          <p:cNvSpPr/>
          <p:nvPr/>
        </p:nvSpPr>
        <p:spPr>
          <a:xfrm>
            <a:off x="5919826" y="4530345"/>
            <a:ext cx="4370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ECH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 107"/>
          <p:cNvSpPr/>
          <p:nvPr/>
        </p:nvSpPr>
        <p:spPr>
          <a:xfrm>
            <a:off x="7947050" y="4531766"/>
            <a:ext cx="1773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Text 109"/>
          <p:cNvSpPr/>
          <p:nvPr/>
        </p:nvSpPr>
        <p:spPr>
          <a:xfrm>
            <a:off x="9013241" y="4715561"/>
            <a:ext cx="91440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Text 112"/>
          <p:cNvSpPr/>
          <p:nvPr/>
        </p:nvSpPr>
        <p:spPr>
          <a:xfrm>
            <a:off x="7964425" y="4789829"/>
            <a:ext cx="41696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ABS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6" name="Text 113"/>
          <p:cNvSpPr/>
          <p:nvPr/>
        </p:nvSpPr>
        <p:spPr>
          <a:xfrm>
            <a:off x="8972737" y="4730191"/>
            <a:ext cx="37124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ECH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1" name="Text 118"/>
          <p:cNvSpPr/>
          <p:nvPr/>
        </p:nvSpPr>
        <p:spPr>
          <a:xfrm>
            <a:off x="571500" y="5287061"/>
            <a:ext cx="981151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periodic features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Text 121"/>
          <p:cNvSpPr/>
          <p:nvPr/>
        </p:nvSpPr>
        <p:spPr>
          <a:xfrm>
            <a:off x="8724290" y="5304434"/>
            <a:ext cx="1117397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Executable dispatch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Text 122"/>
          <p:cNvSpPr/>
          <p:nvPr/>
        </p:nvSpPr>
        <p:spPr>
          <a:xfrm>
            <a:off x="589788" y="5471770"/>
            <a:ext cx="942747" cy="14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hour-of-day etc.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" name="Text 123"/>
          <p:cNvSpPr/>
          <p:nvPr/>
        </p:nvSpPr>
        <p:spPr>
          <a:xfrm>
            <a:off x="7050024" y="5438851"/>
            <a:ext cx="1094537" cy="1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prevents physically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Text 124"/>
          <p:cNvSpPr/>
          <p:nvPr/>
        </p:nvSpPr>
        <p:spPr>
          <a:xfrm>
            <a:off x="6862572" y="5592470"/>
            <a:ext cx="11247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Text 125"/>
          <p:cNvSpPr/>
          <p:nvPr/>
        </p:nvSpPr>
        <p:spPr>
          <a:xfrm>
            <a:off x="7050024" y="5603443"/>
            <a:ext cx="1111910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impossible cooling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Text 126"/>
          <p:cNvSpPr/>
          <p:nvPr/>
        </p:nvSpPr>
        <p:spPr>
          <a:xfrm>
            <a:off x="7385609" y="5788152"/>
            <a:ext cx="570586" cy="1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requests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Text 127"/>
          <p:cNvSpPr/>
          <p:nvPr/>
        </p:nvSpPr>
        <p:spPr>
          <a:xfrm>
            <a:off x="263347" y="6401258"/>
            <a:ext cx="1061526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Schematic of the physics-aware DRL dispatch pipeline. The policy outputs normalized raw control requests, which are converted into executable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Text 128"/>
          <p:cNvSpPr/>
          <p:nvPr/>
        </p:nvSpPr>
        <p:spPr>
          <a:xfrm>
            <a:off x="263347" y="6584594"/>
            <a:ext cx="9416491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plant actions only after a safety-aware projection step that enforces actuator bounds, thermal feasibility, and residual cooling completion.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527E7663-F713-C9AE-A40F-0A1FE5647F87}"/>
              </a:ext>
            </a:extLst>
          </p:cNvPr>
          <p:cNvSpPr/>
          <p:nvPr/>
        </p:nvSpPr>
        <p:spPr>
          <a:xfrm>
            <a:off x="265176" y="922630"/>
            <a:ext cx="1792224" cy="1559051"/>
          </a:xfrm>
          <a:prstGeom prst="roundRect">
            <a:avLst>
              <a:gd name="adj" fmla="val 10675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矩形: 圆角 332">
            <a:extLst>
              <a:ext uri="{FF2B5EF4-FFF2-40B4-BE49-F238E27FC236}">
                <a16:creationId xmlns:a16="http://schemas.microsoft.com/office/drawing/2014/main" id="{3332D1DF-4DD5-2CBE-1F66-44C4996B72AA}"/>
              </a:ext>
            </a:extLst>
          </p:cNvPr>
          <p:cNvSpPr/>
          <p:nvPr/>
        </p:nvSpPr>
        <p:spPr>
          <a:xfrm>
            <a:off x="135332" y="522123"/>
            <a:ext cx="3340302" cy="5308676"/>
          </a:xfrm>
          <a:prstGeom prst="roundRect">
            <a:avLst>
              <a:gd name="adj" fmla="val 8398"/>
            </a:avLst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矩形: 圆角 333">
            <a:extLst>
              <a:ext uri="{FF2B5EF4-FFF2-40B4-BE49-F238E27FC236}">
                <a16:creationId xmlns:a16="http://schemas.microsoft.com/office/drawing/2014/main" id="{A257AC49-82BE-E1BE-3FED-94A5B8F96A11}"/>
              </a:ext>
            </a:extLst>
          </p:cNvPr>
          <p:cNvSpPr/>
          <p:nvPr/>
        </p:nvSpPr>
        <p:spPr>
          <a:xfrm>
            <a:off x="5437325" y="1964041"/>
            <a:ext cx="1453593" cy="861455"/>
          </a:xfrm>
          <a:prstGeom prst="roundRect">
            <a:avLst>
              <a:gd name="adj" fmla="val 13869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F54C20EA-930B-F5C8-1C71-5C51F443CD64}"/>
              </a:ext>
            </a:extLst>
          </p:cNvPr>
          <p:cNvSpPr/>
          <p:nvPr/>
        </p:nvSpPr>
        <p:spPr>
          <a:xfrm>
            <a:off x="3915170" y="2937421"/>
            <a:ext cx="887017" cy="825336"/>
          </a:xfrm>
          <a:prstGeom prst="roundRect">
            <a:avLst>
              <a:gd name="adj" fmla="val 14690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8EDC8A46-A734-A019-301D-33862A598CF1}"/>
              </a:ext>
            </a:extLst>
          </p:cNvPr>
          <p:cNvSpPr/>
          <p:nvPr/>
        </p:nvSpPr>
        <p:spPr>
          <a:xfrm>
            <a:off x="276149" y="2580928"/>
            <a:ext cx="1792224" cy="1824651"/>
          </a:xfrm>
          <a:prstGeom prst="roundRect">
            <a:avLst>
              <a:gd name="adj" fmla="val 10675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00645A93-3610-B923-9A7A-2701927E13A6}"/>
              </a:ext>
            </a:extLst>
          </p:cNvPr>
          <p:cNvSpPr/>
          <p:nvPr/>
        </p:nvSpPr>
        <p:spPr>
          <a:xfrm>
            <a:off x="266090" y="4509161"/>
            <a:ext cx="1792224" cy="1206754"/>
          </a:xfrm>
          <a:prstGeom prst="roundRect">
            <a:avLst>
              <a:gd name="adj" fmla="val 10675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矩形: 圆角 337">
            <a:extLst>
              <a:ext uri="{FF2B5EF4-FFF2-40B4-BE49-F238E27FC236}">
                <a16:creationId xmlns:a16="http://schemas.microsoft.com/office/drawing/2014/main" id="{F995AE8E-A7A0-EC66-F48D-8F649A16261E}"/>
              </a:ext>
            </a:extLst>
          </p:cNvPr>
          <p:cNvSpPr/>
          <p:nvPr/>
        </p:nvSpPr>
        <p:spPr>
          <a:xfrm>
            <a:off x="5428793" y="2913280"/>
            <a:ext cx="1463039" cy="989380"/>
          </a:xfrm>
          <a:prstGeom prst="roundRect">
            <a:avLst>
              <a:gd name="adj" fmla="val 10675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A35B07FD-0FB1-B54A-4650-5BDE822F9473}"/>
              </a:ext>
            </a:extLst>
          </p:cNvPr>
          <p:cNvSpPr/>
          <p:nvPr/>
        </p:nvSpPr>
        <p:spPr>
          <a:xfrm>
            <a:off x="5429707" y="3995928"/>
            <a:ext cx="1462126" cy="884225"/>
          </a:xfrm>
          <a:prstGeom prst="roundRect">
            <a:avLst>
              <a:gd name="adj" fmla="val 13548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矩形: 圆角 339">
            <a:extLst>
              <a:ext uri="{FF2B5EF4-FFF2-40B4-BE49-F238E27FC236}">
                <a16:creationId xmlns:a16="http://schemas.microsoft.com/office/drawing/2014/main" id="{FF9FA848-E1F4-3D23-119F-0DC6CD749F23}"/>
              </a:ext>
            </a:extLst>
          </p:cNvPr>
          <p:cNvSpPr/>
          <p:nvPr/>
        </p:nvSpPr>
        <p:spPr>
          <a:xfrm>
            <a:off x="10111334" y="2264812"/>
            <a:ext cx="1953260" cy="2394970"/>
          </a:xfrm>
          <a:prstGeom prst="roundRect">
            <a:avLst>
              <a:gd name="adj" fmla="val 8724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矩形: 圆角 354">
            <a:extLst>
              <a:ext uri="{FF2B5EF4-FFF2-40B4-BE49-F238E27FC236}">
                <a16:creationId xmlns:a16="http://schemas.microsoft.com/office/drawing/2014/main" id="{01872B71-745D-D828-55CD-007A3BB6A945}"/>
              </a:ext>
            </a:extLst>
          </p:cNvPr>
          <p:cNvSpPr/>
          <p:nvPr/>
        </p:nvSpPr>
        <p:spPr>
          <a:xfrm>
            <a:off x="7502805" y="1272795"/>
            <a:ext cx="2283104" cy="3938320"/>
          </a:xfrm>
          <a:prstGeom prst="roundRect">
            <a:avLst>
              <a:gd name="adj" fmla="val 6150"/>
            </a:avLst>
          </a:prstGeom>
          <a:noFill/>
          <a:ln w="34925">
            <a:solidFill>
              <a:srgbClr val="AECE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矩形: 圆角 357">
            <a:extLst>
              <a:ext uri="{FF2B5EF4-FFF2-40B4-BE49-F238E27FC236}">
                <a16:creationId xmlns:a16="http://schemas.microsoft.com/office/drawing/2014/main" id="{B006C7F7-89D2-E748-1CCB-00DDA0E6D473}"/>
              </a:ext>
            </a:extLst>
          </p:cNvPr>
          <p:cNvSpPr/>
          <p:nvPr/>
        </p:nvSpPr>
        <p:spPr>
          <a:xfrm>
            <a:off x="7856525" y="2631643"/>
            <a:ext cx="553210" cy="3328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9A59E441-410A-DC18-6AB0-B0B0CD2CCA5C}"/>
              </a:ext>
            </a:extLst>
          </p:cNvPr>
          <p:cNvSpPr/>
          <p:nvPr/>
        </p:nvSpPr>
        <p:spPr>
          <a:xfrm>
            <a:off x="7926240" y="2738628"/>
            <a:ext cx="418573" cy="210606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88862 h 440259"/>
              <a:gd name="T23" fmla="*/ 88862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88862 h 440259"/>
              <a:gd name="T33" fmla="*/ 88862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278945 h 440259"/>
              <a:gd name="T45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827" h="4177">
                <a:moveTo>
                  <a:pt x="0" y="0"/>
                </a:moveTo>
                <a:lnTo>
                  <a:pt x="0" y="222"/>
                </a:lnTo>
                <a:cubicBezTo>
                  <a:pt x="0" y="934"/>
                  <a:pt x="217" y="1615"/>
                  <a:pt x="627" y="2194"/>
                </a:cubicBezTo>
                <a:cubicBezTo>
                  <a:pt x="997" y="2717"/>
                  <a:pt x="1499" y="3120"/>
                  <a:pt x="2084" y="3367"/>
                </a:cubicBezTo>
                <a:lnTo>
                  <a:pt x="2084" y="4177"/>
                </a:lnTo>
                <a:lnTo>
                  <a:pt x="4742" y="4177"/>
                </a:lnTo>
                <a:lnTo>
                  <a:pt x="4742" y="3367"/>
                </a:lnTo>
                <a:cubicBezTo>
                  <a:pt x="5328" y="3120"/>
                  <a:pt x="5829" y="2717"/>
                  <a:pt x="6200" y="2194"/>
                </a:cubicBezTo>
                <a:cubicBezTo>
                  <a:pt x="6610" y="1615"/>
                  <a:pt x="6827" y="934"/>
                  <a:pt x="6827" y="222"/>
                </a:cubicBezTo>
                <a:lnTo>
                  <a:pt x="6827" y="0"/>
                </a:lnTo>
                <a:lnTo>
                  <a:pt x="0" y="0"/>
                </a:lnTo>
                <a:close/>
                <a:moveTo>
                  <a:pt x="2529" y="3732"/>
                </a:moveTo>
                <a:lnTo>
                  <a:pt x="2529" y="3438"/>
                </a:lnTo>
                <a:lnTo>
                  <a:pt x="4297" y="3438"/>
                </a:lnTo>
                <a:lnTo>
                  <a:pt x="4297" y="3732"/>
                </a:lnTo>
                <a:lnTo>
                  <a:pt x="2529" y="3732"/>
                </a:lnTo>
                <a:close/>
                <a:moveTo>
                  <a:pt x="5837" y="1936"/>
                </a:moveTo>
                <a:cubicBezTo>
                  <a:pt x="5495" y="2418"/>
                  <a:pt x="5027" y="2783"/>
                  <a:pt x="4479" y="2993"/>
                </a:cubicBezTo>
                <a:lnTo>
                  <a:pt x="2347" y="2993"/>
                </a:lnTo>
                <a:cubicBezTo>
                  <a:pt x="1800" y="2783"/>
                  <a:pt x="1331" y="2418"/>
                  <a:pt x="990" y="1936"/>
                </a:cubicBezTo>
                <a:cubicBezTo>
                  <a:pt x="677" y="1494"/>
                  <a:pt x="493" y="983"/>
                  <a:pt x="453" y="445"/>
                </a:cubicBezTo>
                <a:lnTo>
                  <a:pt x="6373" y="445"/>
                </a:lnTo>
                <a:cubicBezTo>
                  <a:pt x="6334" y="983"/>
                  <a:pt x="6150" y="1494"/>
                  <a:pt x="5837" y="193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75" name="连接符: 肘形 374">
            <a:extLst>
              <a:ext uri="{FF2B5EF4-FFF2-40B4-BE49-F238E27FC236}">
                <a16:creationId xmlns:a16="http://schemas.microsoft.com/office/drawing/2014/main" id="{47EC96B7-E215-BF68-3F90-6189BD271DBB}"/>
              </a:ext>
            </a:extLst>
          </p:cNvPr>
          <p:cNvCxnSpPr>
            <a:cxnSpLocks/>
            <a:endCxn id="333" idx="2"/>
          </p:cNvCxnSpPr>
          <p:nvPr/>
        </p:nvCxnSpPr>
        <p:spPr>
          <a:xfrm rot="10800000">
            <a:off x="1805484" y="5830800"/>
            <a:ext cx="9073133" cy="4364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5" name="直接连接符 384">
            <a:extLst>
              <a:ext uri="{FF2B5EF4-FFF2-40B4-BE49-F238E27FC236}">
                <a16:creationId xmlns:a16="http://schemas.microsoft.com/office/drawing/2014/main" id="{1D75B2C0-8421-A6A8-6C22-F23327D32278}"/>
              </a:ext>
            </a:extLst>
          </p:cNvPr>
          <p:cNvCxnSpPr/>
          <p:nvPr/>
        </p:nvCxnSpPr>
        <p:spPr>
          <a:xfrm flipH="1" flipV="1">
            <a:off x="10878616" y="4644238"/>
            <a:ext cx="0" cy="163860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6" name="连接符: 肘形 385">
            <a:extLst>
              <a:ext uri="{FF2B5EF4-FFF2-40B4-BE49-F238E27FC236}">
                <a16:creationId xmlns:a16="http://schemas.microsoft.com/office/drawing/2014/main" id="{3D01AA1F-E05E-0745-978B-485873B0AF09}"/>
              </a:ext>
            </a:extLst>
          </p:cNvPr>
          <p:cNvCxnSpPr>
            <a:cxnSpLocks/>
            <a:endCxn id="333" idx="0"/>
          </p:cNvCxnSpPr>
          <p:nvPr/>
        </p:nvCxnSpPr>
        <p:spPr>
          <a:xfrm rot="10800000" flipV="1">
            <a:off x="1805484" y="107899"/>
            <a:ext cx="9282531" cy="414223"/>
          </a:xfrm>
          <a:prstGeom prst="bentConnector2">
            <a:avLst/>
          </a:prstGeom>
          <a:ln w="38100" cap="flat">
            <a:rou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7" name="直接连接符 386">
            <a:extLst>
              <a:ext uri="{FF2B5EF4-FFF2-40B4-BE49-F238E27FC236}">
                <a16:creationId xmlns:a16="http://schemas.microsoft.com/office/drawing/2014/main" id="{249D923E-EFD4-834E-16F7-C7DB40AF0A4E}"/>
              </a:ext>
            </a:extLst>
          </p:cNvPr>
          <p:cNvCxnSpPr>
            <a:cxnSpLocks/>
          </p:cNvCxnSpPr>
          <p:nvPr/>
        </p:nvCxnSpPr>
        <p:spPr>
          <a:xfrm flipV="1">
            <a:off x="11088014" y="90762"/>
            <a:ext cx="0" cy="143560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3D16545-7E9A-77C9-2AFC-DDEB0B7196E4}"/>
              </a:ext>
            </a:extLst>
          </p:cNvPr>
          <p:cNvCxnSpPr>
            <a:cxnSpLocks/>
          </p:cNvCxnSpPr>
          <p:nvPr/>
        </p:nvCxnSpPr>
        <p:spPr>
          <a:xfrm>
            <a:off x="8208797" y="4744482"/>
            <a:ext cx="0" cy="72000"/>
          </a:xfrm>
          <a:prstGeom prst="line">
            <a:avLst/>
          </a:prstGeom>
          <a:ln w="28575">
            <a:solidFill>
              <a:srgbClr val="0101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FB6B4B3-8474-96CC-6FB7-DDED0FB4DF62}"/>
              </a:ext>
            </a:extLst>
          </p:cNvPr>
          <p:cNvCxnSpPr>
            <a:cxnSpLocks/>
          </p:cNvCxnSpPr>
          <p:nvPr/>
        </p:nvCxnSpPr>
        <p:spPr>
          <a:xfrm>
            <a:off x="8015325" y="4749801"/>
            <a:ext cx="0" cy="72000"/>
          </a:xfrm>
          <a:prstGeom prst="line">
            <a:avLst/>
          </a:prstGeom>
          <a:ln w="28575">
            <a:solidFill>
              <a:srgbClr val="0101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50E2997-939F-2621-386C-E43AA0F08260}"/>
              </a:ext>
            </a:extLst>
          </p:cNvPr>
          <p:cNvCxnSpPr>
            <a:cxnSpLocks/>
          </p:cNvCxnSpPr>
          <p:nvPr/>
        </p:nvCxnSpPr>
        <p:spPr>
          <a:xfrm>
            <a:off x="8640852" y="3893516"/>
            <a:ext cx="91440" cy="0"/>
          </a:xfrm>
          <a:prstGeom prst="line">
            <a:avLst/>
          </a:prstGeom>
          <a:ln w="16510">
            <a:solidFill>
              <a:srgbClr val="066F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165</Words>
  <Application>Microsoft Office PowerPoint</Application>
  <PresentationFormat>宽屏</PresentationFormat>
  <Paragraphs>76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WJ T</cp:lastModifiedBy>
  <cp:revision>10</cp:revision>
  <dcterms:created xsi:type="dcterms:W3CDTF">2026-04-05T01:16:55Z</dcterms:created>
  <dcterms:modified xsi:type="dcterms:W3CDTF">2026-04-06T12:18:30Z</dcterms:modified>
</cp:coreProperties>
</file>